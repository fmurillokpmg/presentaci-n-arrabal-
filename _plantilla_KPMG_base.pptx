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6"/>
    <p:sldMasterId id="2147483921" r:id="rId7"/>
  </p:sldMasterIdLst>
  <p:notesMasterIdLst>
    <p:notesMasterId r:id="rId22"/>
  </p:notesMasterIdLst>
  <p:handoutMasterIdLst>
    <p:handoutMasterId r:id="rId23"/>
  </p:handoutMasterIdLst>
  <p:sldIdLst>
    <p:sldId id="434" r:id="rId8"/>
    <p:sldId id="2147483519" r:id="rId9"/>
    <p:sldId id="2147483520" r:id="rId10"/>
    <p:sldId id="2147483521" r:id="rId11"/>
    <p:sldId id="2147483513" r:id="rId12"/>
    <p:sldId id="2147483512" r:id="rId13"/>
    <p:sldId id="2147483507" r:id="rId14"/>
    <p:sldId id="2147483514" r:id="rId15"/>
    <p:sldId id="2147483515" r:id="rId16"/>
    <p:sldId id="2147483516" r:id="rId17"/>
    <p:sldId id="2147483518" r:id="rId18"/>
    <p:sldId id="2147483522" r:id="rId19"/>
    <p:sldId id="2147483523" r:id="rId20"/>
    <p:sldId id="2147483467" r:id="rId21"/>
  </p:sldIdLst>
  <p:sldSz cx="12192000" cy="6858000"/>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61CE143-A2EF-4250-80AD-6C7EAF691D6D}">
          <p14:sldIdLst>
            <p14:sldId id="434"/>
            <p14:sldId id="2147483519"/>
            <p14:sldId id="2147483520"/>
            <p14:sldId id="2147483521"/>
            <p14:sldId id="2147483513"/>
            <p14:sldId id="2147483512"/>
            <p14:sldId id="2147483507"/>
            <p14:sldId id="2147483514"/>
            <p14:sldId id="2147483515"/>
            <p14:sldId id="2147483516"/>
            <p14:sldId id="2147483518"/>
            <p14:sldId id="2147483522"/>
            <p14:sldId id="2147483523"/>
            <p14:sldId id="2147483467"/>
          </p14:sldIdLst>
        </p14:section>
      </p14:sectionLst>
    </p:ext>
    <p:ext uri="{EFAFB233-063F-42B5-8137-9DF3F51BA10A}">
      <p15:sldGuideLst xmlns:p15="http://schemas.microsoft.com/office/powerpoint/2012/main">
        <p15:guide id="1" orient="horz" pos="3045" userDrawn="1">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704FC3-1707-075D-6F42-18306ED8CC2B}" name="Eli, Melany" initials="ME" userId="S::melanyeli@kpmg.ca::c99a9549-7c92-4815-8bdc-d81b952178c9" providerId="AD"/>
  <p188:author id="{BDFC22D3-C6A9-22ED-3122-8E182D812810}" name="Dithavong, Yong" initials="YD" userId="S::ydithavong@kpmg.ca::e464e16f-e311-44f1-885c-b1c6696ebb9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EAFF"/>
    <a:srgbClr val="B497FF"/>
    <a:srgbClr val="8FE2FF"/>
    <a:srgbClr val="B2B2B2"/>
    <a:srgbClr val="989898"/>
    <a:srgbClr val="0C233C"/>
    <a:srgbClr val="63EBDA"/>
    <a:srgbClr val="E5E5E5"/>
    <a:srgbClr val="666666"/>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guide orient="horz" pos="3045"/>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tags" Target="tags/tag1.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handoutMaster" Target="handoutMasters/handoutMaster1.xml"/><Relationship Id="rId28"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notesMaster" Target="notesMasters/notesMaster1.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17/09/2026</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17/09/2026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3.svg"/><Relationship Id="rId4" Type="http://schemas.openxmlformats.org/officeDocument/2006/relationships/image" Target="../media/image8.jpeg"/></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3.svg"/><Relationship Id="rId4" Type="http://schemas.openxmlformats.org/officeDocument/2006/relationships/image" Target="../media/image9.jpeg"/></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3.svg"/><Relationship Id="rId4" Type="http://schemas.openxmlformats.org/officeDocument/2006/relationships/image" Target="../media/image10.jpeg"/></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image" Target="../media/image3.svg"/><Relationship Id="rId4" Type="http://schemas.openxmlformats.org/officeDocument/2006/relationships/image" Target="../media/image11.jpeg"/></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3.svg"/><Relationship Id="rId4" Type="http://schemas.openxmlformats.org/officeDocument/2006/relationships/image" Target="../media/image12.jpeg"/></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3.svg"/><Relationship Id="rId4" Type="http://schemas.openxmlformats.org/officeDocument/2006/relationships/image" Target="../media/image8.jpeg"/></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image" Target="../media/image3.svg"/></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 Id="rId4" Type="http://schemas.openxmlformats.org/officeDocument/2006/relationships/image" Target="../media/image3.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1.xml"/><Relationship Id="rId1" Type="http://schemas.openxmlformats.org/officeDocument/2006/relationships/tags" Target="../tags/tag30.xml"/></Relationships>
</file>

<file path=ppt/slideLayouts/_rels/slideLayout2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3.xml"/><Relationship Id="rId1" Type="http://schemas.openxmlformats.org/officeDocument/2006/relationships/tags" Target="../tags/tag32.xml"/><Relationship Id="rId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5.xml"/><Relationship Id="rId1" Type="http://schemas.openxmlformats.org/officeDocument/2006/relationships/tags" Target="../tags/tag34.xml"/><Relationship Id="rId5" Type="http://schemas.openxmlformats.org/officeDocument/2006/relationships/image" Target="../media/image3.svg"/><Relationship Id="rId4" Type="http://schemas.openxmlformats.org/officeDocument/2006/relationships/image" Target="../media/image8.jpeg"/></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image" Target="../media/image3.svg"/></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image" Target="../media/image3.svg"/><Relationship Id="rId4" Type="http://schemas.openxmlformats.org/officeDocument/2006/relationships/image" Target="../media/image9.jpeg"/></Relationships>
</file>

<file path=ppt/slideLayouts/_rels/slideLayout3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Id8" Type="http://schemas.openxmlformats.org/officeDocument/2006/relationships/hyperlink" Target="https://www.facebook.com/KPMG/" TargetMode="External"/><Relationship Id="rId13" Type="http://schemas.openxmlformats.org/officeDocument/2006/relationships/image" Target="../media/image3.svg"/><Relationship Id="rId3" Type="http://schemas.openxmlformats.org/officeDocument/2006/relationships/image" Target="../media/image2.svg"/><Relationship Id="rId7" Type="http://schemas.openxmlformats.org/officeDocument/2006/relationships/hyperlink" Target="https://www.linkedin.com/company/kpmg" TargetMode="External"/><Relationship Id="rId12" Type="http://schemas.openxmlformats.org/officeDocument/2006/relationships/image" Target="../media/image14.svg"/><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13.svg"/><Relationship Id="rId11" Type="http://schemas.openxmlformats.org/officeDocument/2006/relationships/hyperlink" Target="https://twitter.com/kpmg" TargetMode="External"/><Relationship Id="rId5" Type="http://schemas.openxmlformats.org/officeDocument/2006/relationships/hyperlink" Target="http://www.kpmg.com/governance" TargetMode="External"/><Relationship Id="rId10" Type="http://schemas.openxmlformats.org/officeDocument/2006/relationships/hyperlink" Target="https://www.youtube.com/kpmg" TargetMode="External"/><Relationship Id="rId4" Type="http://schemas.openxmlformats.org/officeDocument/2006/relationships/hyperlink" Target="https://kpmg.com/" TargetMode="External"/><Relationship Id="rId9" Type="http://schemas.openxmlformats.org/officeDocument/2006/relationships/hyperlink" Target="https://www.instagram.com/kpmg/" TargetMode="Externa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jpe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2.xml"/><Relationship Id="rId5" Type="http://schemas.openxmlformats.org/officeDocument/2006/relationships/image" Target="../media/image17.svg"/><Relationship Id="rId4" Type="http://schemas.openxmlformats.org/officeDocument/2006/relationships/image" Target="../media/image16.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17.svg"/></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17.svg"/><Relationship Id="rId4" Type="http://schemas.openxmlformats.org/officeDocument/2006/relationships/image" Target="../media/image8.jpeg"/></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image" Target="../media/image17.svg"/><Relationship Id="rId4" Type="http://schemas.openxmlformats.org/officeDocument/2006/relationships/image" Target="../media/image8.jpeg"/></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image" Target="../media/image17.svg"/><Relationship Id="rId4" Type="http://schemas.openxmlformats.org/officeDocument/2006/relationships/image" Target="../media/image8.jpeg"/></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tags" Target="../tags/tag50.xml"/><Relationship Id="rId5" Type="http://schemas.openxmlformats.org/officeDocument/2006/relationships/image" Target="../media/image17.svg"/><Relationship Id="rId4" Type="http://schemas.openxmlformats.org/officeDocument/2006/relationships/image" Target="../media/image9.jpeg"/></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tags" Target="../tags/tag52.xml"/><Relationship Id="rId4" Type="http://schemas.openxmlformats.org/officeDocument/2006/relationships/image" Target="../media/image17.svg"/></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image" Target="../media/image17.svg"/><Relationship Id="rId4" Type="http://schemas.openxmlformats.org/officeDocument/2006/relationships/image" Target="../media/image10.jpeg"/></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image" Target="../media/image17.svg"/><Relationship Id="rId4" Type="http://schemas.openxmlformats.org/officeDocument/2006/relationships/image" Target="../media/image11.jpeg"/></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tags" Target="../tags/tag58.xml"/><Relationship Id="rId5" Type="http://schemas.openxmlformats.org/officeDocument/2006/relationships/image" Target="../media/image17.svg"/><Relationship Id="rId4" Type="http://schemas.openxmlformats.org/officeDocument/2006/relationships/image" Target="../media/image11.jpeg"/></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tags" Target="../tags/tag60.xml"/><Relationship Id="rId5" Type="http://schemas.openxmlformats.org/officeDocument/2006/relationships/image" Target="../media/image17.svg"/><Relationship Id="rId4" Type="http://schemas.openxmlformats.org/officeDocument/2006/relationships/image" Target="../media/image12.jpeg"/></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image" Target="../media/image17.svg"/><Relationship Id="rId4" Type="http://schemas.openxmlformats.org/officeDocument/2006/relationships/image" Target="../media/image8.jpeg"/></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image" Target="../media/image17.svg"/><Relationship Id="rId4" Type="http://schemas.openxmlformats.org/officeDocument/2006/relationships/image" Target="../media/image21.png"/></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tags" Target="../tags/tag66.xml"/><Relationship Id="rId4" Type="http://schemas.openxmlformats.org/officeDocument/2006/relationships/image" Target="../media/image17.svg"/></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9.xml"/><Relationship Id="rId1" Type="http://schemas.openxmlformats.org/officeDocument/2006/relationships/tags" Target="../tags/tag68.xml"/><Relationship Id="rId4" Type="http://schemas.openxmlformats.org/officeDocument/2006/relationships/image" Target="../media/image17.svg"/></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tags" Target="../tags/tag70.xml"/><Relationship Id="rId4" Type="http://schemas.openxmlformats.org/officeDocument/2006/relationships/image" Target="../media/image17.svg"/></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3.xml"/><Relationship Id="rId1" Type="http://schemas.openxmlformats.org/officeDocument/2006/relationships/tags" Target="../tags/tag72.xml"/><Relationship Id="rId4" Type="http://schemas.openxmlformats.org/officeDocument/2006/relationships/image" Target="../media/image17.sv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slideMaster" Target="../slideMasters/slideMaster2.xml"/><Relationship Id="rId1" Type="http://schemas.openxmlformats.org/officeDocument/2006/relationships/tags" Target="../tags/tag74.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slideMaster" Target="../slideMasters/slideMaster2.xml"/><Relationship Id="rId1" Type="http://schemas.openxmlformats.org/officeDocument/2006/relationships/tags" Target="../tags/tag75.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Master" Target="../slideMasters/slideMaster2.xml"/><Relationship Id="rId1" Type="http://schemas.openxmlformats.org/officeDocument/2006/relationships/tags" Target="../tags/tag76.xml"/><Relationship Id="rId4" Type="http://schemas.openxmlformats.org/officeDocument/2006/relationships/image" Target="../media/image17.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slideMaster" Target="../slideMasters/slideMaster2.xml"/><Relationship Id="rId1" Type="http://schemas.openxmlformats.org/officeDocument/2006/relationships/tags" Target="../tags/tag77.xml"/></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tags" Target="../tags/tag78.xml"/></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1.xml"/><Relationship Id="rId1" Type="http://schemas.openxmlformats.org/officeDocument/2006/relationships/tags" Target="../tags/tag80.xml"/><Relationship Id="rId4" Type="http://schemas.openxmlformats.org/officeDocument/2006/relationships/image" Target="../media/image17.svg"/></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image" Target="../media/image17.svg"/></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5.xml"/><Relationship Id="rId1" Type="http://schemas.openxmlformats.org/officeDocument/2006/relationships/tags" Target="../tags/tag84.xml"/><Relationship Id="rId5" Type="http://schemas.openxmlformats.org/officeDocument/2006/relationships/image" Target="../media/image17.svg"/><Relationship Id="rId4" Type="http://schemas.openxmlformats.org/officeDocument/2006/relationships/image" Target="../media/image8.jpeg"/></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7.xml"/><Relationship Id="rId1" Type="http://schemas.openxmlformats.org/officeDocument/2006/relationships/tags" Target="../tags/tag86.xml"/><Relationship Id="rId4" Type="http://schemas.openxmlformats.org/officeDocument/2006/relationships/image" Target="../media/image17.svg"/></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9.xml"/><Relationship Id="rId1" Type="http://schemas.openxmlformats.org/officeDocument/2006/relationships/tags" Target="../tags/tag88.xml"/><Relationship Id="rId5" Type="http://schemas.openxmlformats.org/officeDocument/2006/relationships/image" Target="../media/image17.svg"/><Relationship Id="rId4" Type="http://schemas.openxmlformats.org/officeDocument/2006/relationships/image" Target="../media/image9.jpeg"/></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1.xml"/><Relationship Id="rId1" Type="http://schemas.openxmlformats.org/officeDocument/2006/relationships/tags" Target="../tags/tag90.xml"/><Relationship Id="rId4" Type="http://schemas.openxmlformats.org/officeDocument/2006/relationships/image" Target="../media/image17.svg"/></Relationships>
</file>

<file path=ppt/slideLayouts/_rels/slideLayout68.xml.rels><?xml version="1.0" encoding="UTF-8" standalone="yes"?>
<Relationships xmlns="http://schemas.openxmlformats.org/package/2006/relationships"><Relationship Id="rId8" Type="http://schemas.openxmlformats.org/officeDocument/2006/relationships/hyperlink" Target="https://www.facebook.com/KPMG/" TargetMode="External"/><Relationship Id="rId13" Type="http://schemas.openxmlformats.org/officeDocument/2006/relationships/image" Target="../media/image17.svg"/><Relationship Id="rId3" Type="http://schemas.openxmlformats.org/officeDocument/2006/relationships/image" Target="../media/image16.svg"/><Relationship Id="rId7" Type="http://schemas.openxmlformats.org/officeDocument/2006/relationships/hyperlink" Target="https://www.linkedin.com/company/kpmg" TargetMode="External"/><Relationship Id="rId12" Type="http://schemas.openxmlformats.org/officeDocument/2006/relationships/image" Target="../media/image23.svg"/><Relationship Id="rId2" Type="http://schemas.openxmlformats.org/officeDocument/2006/relationships/image" Target="../media/image8.jpeg"/><Relationship Id="rId1" Type="http://schemas.openxmlformats.org/officeDocument/2006/relationships/slideMaster" Target="../slideMasters/slideMaster2.xml"/><Relationship Id="rId6" Type="http://schemas.openxmlformats.org/officeDocument/2006/relationships/image" Target="../media/image22.svg"/><Relationship Id="rId11" Type="http://schemas.openxmlformats.org/officeDocument/2006/relationships/hyperlink" Target="https://twitter.com/kpmg" TargetMode="External"/><Relationship Id="rId5" Type="http://schemas.openxmlformats.org/officeDocument/2006/relationships/hyperlink" Target="http://www.kpmg.com/governance" TargetMode="External"/><Relationship Id="rId10" Type="http://schemas.openxmlformats.org/officeDocument/2006/relationships/hyperlink" Target="https://www.youtube.com/kpmg" TargetMode="External"/><Relationship Id="rId4" Type="http://schemas.openxmlformats.org/officeDocument/2006/relationships/hyperlink" Target="https://kpmg.com/" TargetMode="External"/><Relationship Id="rId9" Type="http://schemas.openxmlformats.org/officeDocument/2006/relationships/hyperlink" Target="https://www.instagram.com/kpmg/"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137977232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76769004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248932663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13998072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33965741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CB44795-849A-41CE-8B25-0DE9EB09F9B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
        <p:nvSpPr>
          <p:cNvPr id="16" name="Rectangle 15">
            <a:extLst>
              <a:ext uri="{FF2B5EF4-FFF2-40B4-BE49-F238E27FC236}">
                <a16:creationId xmlns:a16="http://schemas.microsoft.com/office/drawing/2014/main" id="{7F73FA8F-86B4-4B38-9318-B211F1BBAFEB}"/>
              </a:ext>
              <a:ext uri="{C183D7F6-B498-43B3-948B-1728B52AA6E4}">
                <adec:decorative xmlns:adec="http://schemas.microsoft.com/office/drawing/2017/decorative" val="1"/>
              </a:ext>
            </a:extLst>
          </p:cNvPr>
          <p:cNvSpPr>
            <a:spLocks noChangeAspect="1"/>
          </p:cNvSpPr>
          <p:nvPr userDrawn="1"/>
        </p:nvSpPr>
        <p:spPr>
          <a:xfrm>
            <a:off x="998476" y="1470479"/>
            <a:ext cx="3053689" cy="4410949"/>
          </a:xfrm>
          <a:prstGeom prst="rect">
            <a:avLst/>
          </a:prstGeom>
          <a:gradFill>
            <a:gsLst>
              <a:gs pos="100000">
                <a:srgbClr val="00B8F5"/>
              </a:gs>
              <a:gs pos="0">
                <a:srgbClr val="1E49E2"/>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797359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9F2B47DB-768D-47AE-9D19-E74198AD42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
        <p:nvSpPr>
          <p:cNvPr id="4" name="Rectangle 3">
            <a:extLst>
              <a:ext uri="{FF2B5EF4-FFF2-40B4-BE49-F238E27FC236}">
                <a16:creationId xmlns:a16="http://schemas.microsoft.com/office/drawing/2014/main" id="{1E96C774-8B31-4EC8-BF6C-ACF71C2F0C15}"/>
              </a:ext>
              <a:ext uri="{C183D7F6-B498-43B3-948B-1728B52AA6E4}">
                <adec:decorative xmlns:adec="http://schemas.microsoft.com/office/drawing/2017/decorative" val="1"/>
              </a:ext>
            </a:extLst>
          </p:cNvPr>
          <p:cNvSpPr>
            <a:spLocks noChangeAspect="1"/>
          </p:cNvSpPr>
          <p:nvPr userDrawn="1"/>
        </p:nvSpPr>
        <p:spPr>
          <a:xfrm>
            <a:off x="3405716" y="371311"/>
            <a:ext cx="7794097" cy="5414065"/>
          </a:xfrm>
          <a:prstGeom prst="rect">
            <a:avLst/>
          </a:prstGeom>
          <a:gradFill>
            <a:gsLst>
              <a:gs pos="100000">
                <a:srgbClr val="1E49E2"/>
              </a:gs>
              <a:gs pos="0">
                <a:srgbClr val="00338D"/>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69647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grpSp>
        <p:nvGrpSpPr>
          <p:cNvPr id="8" name="Group 7">
            <a:extLst>
              <a:ext uri="{FF2B5EF4-FFF2-40B4-BE49-F238E27FC236}">
                <a16:creationId xmlns:a16="http://schemas.microsoft.com/office/drawing/2014/main" id="{A4D31055-F3AD-3C6B-67D8-0052CD662BE5}"/>
              </a:ext>
            </a:extLst>
          </p:cNvPr>
          <p:cNvGrpSpPr/>
          <p:nvPr userDrawn="1"/>
        </p:nvGrpSpPr>
        <p:grpSpPr>
          <a:xfrm>
            <a:off x="10134537" y="431800"/>
            <a:ext cx="2057463" cy="463550"/>
            <a:chOff x="10134537" y="431800"/>
            <a:chExt cx="2057463" cy="463550"/>
          </a:xfrm>
        </p:grpSpPr>
        <p:sp>
          <p:nvSpPr>
            <p:cNvPr id="4" name="Rectangle: Rounded Corners 103">
              <a:extLst>
                <a:ext uri="{FF2B5EF4-FFF2-40B4-BE49-F238E27FC236}">
                  <a16:creationId xmlns:a16="http://schemas.microsoft.com/office/drawing/2014/main" id="{E8612E3A-C696-BAA9-1E83-637E5E6B80FB}"/>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5" name="TextBox 4">
              <a:extLst>
                <a:ext uri="{FF2B5EF4-FFF2-40B4-BE49-F238E27FC236}">
                  <a16:creationId xmlns:a16="http://schemas.microsoft.com/office/drawing/2014/main" id="{FCE9E007-C378-2E5F-3BD1-0E3B201192AF}"/>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6" name="Straight Connector 5">
              <a:extLst>
                <a:ext uri="{FF2B5EF4-FFF2-40B4-BE49-F238E27FC236}">
                  <a16:creationId xmlns:a16="http://schemas.microsoft.com/office/drawing/2014/main" id="{09B8D0A2-671E-E743-E4EF-835EB69ADB65}"/>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15487337-0A54-D020-B5A2-BB8A9B10CD9B}"/>
                </a:ext>
              </a:extLst>
            </p:cNvPr>
            <p:cNvPicPr>
              <a:picLocks noChangeAspect="1"/>
            </p:cNvPicPr>
            <p:nvPr userDrawn="1"/>
          </p:nvPicPr>
          <p:blipFill>
            <a:blip>
              <a:extLst>
                <a:ext uri="{96DAC541-7B7A-43D3-8B79-37D633B846F1}">
                  <asvg:svgBlip xmlns:asvg="http://schemas.microsoft.com/office/drawing/2016/SVG/main" r:embed="rId2"/>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086707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99906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9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t="1" r="34" b="66754"/>
          <a:stretch>
            <a:fillRect/>
          </a:stretch>
        </p:blipFill>
        <p:spPr>
          <a:xfrm>
            <a:off x="0" y="0"/>
            <a:ext cx="12192000" cy="2311233"/>
          </a:xfrm>
          <a:prstGeom prst="rect">
            <a:avLst/>
          </a:prstGeom>
        </p:spPr>
      </p:pic>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 name="TextBox 1">
            <a:extLst>
              <a:ext uri="{FF2B5EF4-FFF2-40B4-BE49-F238E27FC236}">
                <a16:creationId xmlns:a16="http://schemas.microsoft.com/office/drawing/2014/main" id="{9BAE9CB4-AFDD-BFBA-83CD-6015E6D26907}"/>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3" name="Shape 8">
            <a:extLst>
              <a:ext uri="{FF2B5EF4-FFF2-40B4-BE49-F238E27FC236}">
                <a16:creationId xmlns:a16="http://schemas.microsoft.com/office/drawing/2014/main" id="{5D95508A-04D1-5F3E-7DC2-46ACCF239636}"/>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1" name="Straight Connector 10">
            <a:extLst>
              <a:ext uri="{FF2B5EF4-FFF2-40B4-BE49-F238E27FC236}">
                <a16:creationId xmlns:a16="http://schemas.microsoft.com/office/drawing/2014/main" id="{B2076972-E32E-2CB3-302E-61E39B9070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Graphic 8">
            <a:extLst>
              <a:ext uri="{FF2B5EF4-FFF2-40B4-BE49-F238E27FC236}">
                <a16:creationId xmlns:a16="http://schemas.microsoft.com/office/drawing/2014/main" id="{9DE07488-DCD2-B106-8F72-99361FFAB1A7}"/>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00585829-7998-D088-4150-97BAE3C4ED3D}"/>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sp>
        <p:nvSpPr>
          <p:cNvPr id="17" name="TextBox 16">
            <a:extLst>
              <a:ext uri="{FF2B5EF4-FFF2-40B4-BE49-F238E27FC236}">
                <a16:creationId xmlns:a16="http://schemas.microsoft.com/office/drawing/2014/main" id="{075C2010-61DC-7DBA-A2D8-14A6B8C72E3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8" name="Straight Connector 17">
            <a:extLst>
              <a:ext uri="{FF2B5EF4-FFF2-40B4-BE49-F238E27FC236}">
                <a16:creationId xmlns:a16="http://schemas.microsoft.com/office/drawing/2014/main" id="{1893CF8B-B8AD-6BE5-9A3F-810FF35BB799}"/>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EDBAD3B4-18CA-B103-0EAB-D48BC035D53F}"/>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2111329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2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b="66744"/>
          <a:stretch>
            <a:fillRect/>
          </a:stretch>
        </p:blipFill>
        <p:spPr>
          <a:xfrm>
            <a:off x="0" y="0"/>
            <a:ext cx="12192000" cy="2311233"/>
          </a:xfrm>
          <a:prstGeom prst="rect">
            <a:avLst/>
          </a:prstGeom>
        </p:spPr>
      </p:pic>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 name="TextBox 1">
            <a:extLst>
              <a:ext uri="{FF2B5EF4-FFF2-40B4-BE49-F238E27FC236}">
                <a16:creationId xmlns:a16="http://schemas.microsoft.com/office/drawing/2014/main" id="{9BAE9CB4-AFDD-BFBA-83CD-6015E6D26907}"/>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3" name="Shape 8">
            <a:extLst>
              <a:ext uri="{FF2B5EF4-FFF2-40B4-BE49-F238E27FC236}">
                <a16:creationId xmlns:a16="http://schemas.microsoft.com/office/drawing/2014/main" id="{5D95508A-04D1-5F3E-7DC2-46ACCF239636}"/>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1" name="Straight Connector 10">
            <a:extLst>
              <a:ext uri="{FF2B5EF4-FFF2-40B4-BE49-F238E27FC236}">
                <a16:creationId xmlns:a16="http://schemas.microsoft.com/office/drawing/2014/main" id="{B2076972-E32E-2CB3-302E-61E39B9070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Graphic 8">
            <a:extLst>
              <a:ext uri="{FF2B5EF4-FFF2-40B4-BE49-F238E27FC236}">
                <a16:creationId xmlns:a16="http://schemas.microsoft.com/office/drawing/2014/main" id="{9DE07488-DCD2-B106-8F72-99361FFAB1A7}"/>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00585829-7998-D088-4150-97BAE3C4ED3D}"/>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sp>
        <p:nvSpPr>
          <p:cNvPr id="17" name="TextBox 16">
            <a:extLst>
              <a:ext uri="{FF2B5EF4-FFF2-40B4-BE49-F238E27FC236}">
                <a16:creationId xmlns:a16="http://schemas.microsoft.com/office/drawing/2014/main" id="{075C2010-61DC-7DBA-A2D8-14A6B8C72E3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8" name="Straight Connector 17">
            <a:extLst>
              <a:ext uri="{FF2B5EF4-FFF2-40B4-BE49-F238E27FC236}">
                <a16:creationId xmlns:a16="http://schemas.microsoft.com/office/drawing/2014/main" id="{1893CF8B-B8AD-6BE5-9A3F-810FF35BB799}"/>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EDBAD3B4-18CA-B103-0EAB-D48BC035D53F}"/>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485193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02EF0F5-E70A-33B4-8A3E-E6ACF508A7B3}"/>
              </a:ext>
            </a:extLst>
          </p:cNvPr>
          <p:cNvSpPr/>
          <p:nvPr userDrawn="1"/>
        </p:nvSpPr>
        <p:spPr>
          <a:xfrm>
            <a:off x="1" y="0"/>
            <a:ext cx="3695700" cy="6858000"/>
          </a:xfrm>
          <a:prstGeom prst="rect">
            <a:avLst/>
          </a:prstGeom>
          <a:gradFill>
            <a:gsLst>
              <a:gs pos="100000">
                <a:schemeClr val="accent2"/>
              </a:gs>
              <a:gs pos="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IN" sz="1500" err="1">
              <a:solidFill>
                <a:schemeClr val="bg1"/>
              </a:solidFill>
            </a:endParaRP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1003200" y="431800"/>
            <a:ext cx="2692501" cy="533400"/>
          </a:xfrm>
        </p:spPr>
        <p:txBody>
          <a:bodyPr/>
          <a:lstStyle/>
          <a:p>
            <a:r>
              <a:rPr lang="en-US"/>
              <a:t>Click to edit Master title style</a:t>
            </a:r>
            <a:endParaRPr lang="en-GB"/>
          </a:p>
        </p:txBody>
      </p:sp>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grpSp>
        <p:nvGrpSpPr>
          <p:cNvPr id="19" name="Group 18">
            <a:extLst>
              <a:ext uri="{FF2B5EF4-FFF2-40B4-BE49-F238E27FC236}">
                <a16:creationId xmlns:a16="http://schemas.microsoft.com/office/drawing/2014/main" id="{083F98CC-F285-3DAC-D2B4-EEB11ACA286B}"/>
              </a:ext>
            </a:extLst>
          </p:cNvPr>
          <p:cNvGrpSpPr/>
          <p:nvPr userDrawn="1"/>
        </p:nvGrpSpPr>
        <p:grpSpPr>
          <a:xfrm>
            <a:off x="10134537" y="431800"/>
            <a:ext cx="2057463" cy="463550"/>
            <a:chOff x="10134537" y="431800"/>
            <a:chExt cx="2057463" cy="463550"/>
          </a:xfrm>
        </p:grpSpPr>
        <p:sp>
          <p:nvSpPr>
            <p:cNvPr id="20" name="Rectangle: Rounded Corners 103">
              <a:extLst>
                <a:ext uri="{FF2B5EF4-FFF2-40B4-BE49-F238E27FC236}">
                  <a16:creationId xmlns:a16="http://schemas.microsoft.com/office/drawing/2014/main" id="{291123B4-4DD5-5604-EC54-731894CEA6FD}"/>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21" name="TextBox 20">
              <a:extLst>
                <a:ext uri="{FF2B5EF4-FFF2-40B4-BE49-F238E27FC236}">
                  <a16:creationId xmlns:a16="http://schemas.microsoft.com/office/drawing/2014/main" id="{F29D4C0F-4D3B-0C2C-8BF9-46ED2B6D08E5}"/>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C7BE3141-FB06-1DD2-67C5-10128D1B4F8A}"/>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A9EABE4C-566F-03AF-EAA7-81FE93C6A8B8}"/>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7674569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0_Title Only">
    <p:spTree>
      <p:nvGrpSpPr>
        <p:cNvPr id="1" name=""/>
        <p:cNvGrpSpPr/>
        <p:nvPr/>
      </p:nvGrpSpPr>
      <p:grpSpPr>
        <a:xfrm>
          <a:off x="0" y="0"/>
          <a:ext cx="0" cy="0"/>
          <a:chOff x="0" y="0"/>
          <a:chExt cx="0" cy="0"/>
        </a:xfrm>
      </p:grpSpPr>
      <p:pic>
        <p:nvPicPr>
          <p:cNvPr id="2" name="Picture 1" descr="A blue background with white lines&#10;&#10;AI-generated content may be incorrect.">
            <a:extLst>
              <a:ext uri="{FF2B5EF4-FFF2-40B4-BE49-F238E27FC236}">
                <a16:creationId xmlns:a16="http://schemas.microsoft.com/office/drawing/2014/main" id="{7ECB49E8-9C70-FB1B-D5DE-5210AF77634B}"/>
              </a:ext>
            </a:extLst>
          </p:cNvPr>
          <p:cNvPicPr>
            <a:picLocks noChangeAspect="1"/>
          </p:cNvPicPr>
          <p:nvPr userDrawn="1"/>
        </p:nvPicPr>
        <p:blipFill>
          <a:blip r:embed="rId4" cstate="screen">
            <a:extLst>
              <a:ext uri="{28A0092B-C50C-407E-A947-70E740481C1C}">
                <a14:useLocalDpi xmlns:a14="http://schemas.microsoft.com/office/drawing/2010/main"/>
              </a:ext>
            </a:extLst>
          </a:blip>
          <a:srcRect r="62743"/>
          <a:stretch>
            <a:fillRect/>
          </a:stretch>
        </p:blipFill>
        <p:spPr>
          <a:xfrm>
            <a:off x="0" y="0"/>
            <a:ext cx="4481565" cy="6858000"/>
          </a:xfrm>
          <a:prstGeom prst="rect">
            <a:avLst/>
          </a:prstGeom>
        </p:spPr>
      </p:pic>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grpSp>
        <p:nvGrpSpPr>
          <p:cNvPr id="28" name="Group 27">
            <a:extLst>
              <a:ext uri="{FF2B5EF4-FFF2-40B4-BE49-F238E27FC236}">
                <a16:creationId xmlns:a16="http://schemas.microsoft.com/office/drawing/2014/main" id="{D0679488-6B2C-46A6-6CEE-05AC0F9DC4C1}"/>
              </a:ext>
            </a:extLst>
          </p:cNvPr>
          <p:cNvGrpSpPr/>
          <p:nvPr userDrawn="1"/>
        </p:nvGrpSpPr>
        <p:grpSpPr>
          <a:xfrm>
            <a:off x="10134537" y="431800"/>
            <a:ext cx="2057463" cy="463550"/>
            <a:chOff x="10134537" y="431800"/>
            <a:chExt cx="2057463" cy="463550"/>
          </a:xfrm>
        </p:grpSpPr>
        <p:sp>
          <p:nvSpPr>
            <p:cNvPr id="29" name="Rectangle: Rounded Corners 103">
              <a:extLst>
                <a:ext uri="{FF2B5EF4-FFF2-40B4-BE49-F238E27FC236}">
                  <a16:creationId xmlns:a16="http://schemas.microsoft.com/office/drawing/2014/main" id="{26CF5FB4-4BC9-71D6-1F27-544EDC5D5C03}"/>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30" name="TextBox 29">
              <a:extLst>
                <a:ext uri="{FF2B5EF4-FFF2-40B4-BE49-F238E27FC236}">
                  <a16:creationId xmlns:a16="http://schemas.microsoft.com/office/drawing/2014/main" id="{9CEE5B91-3E6D-50D0-05F8-76A5009AD606}"/>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31" name="Straight Connector 30">
              <a:extLst>
                <a:ext uri="{FF2B5EF4-FFF2-40B4-BE49-F238E27FC236}">
                  <a16:creationId xmlns:a16="http://schemas.microsoft.com/office/drawing/2014/main" id="{0777F567-1507-DA1C-FED0-15C19E5BD441}"/>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2" name="Graphic 31">
              <a:extLst>
                <a:ext uri="{FF2B5EF4-FFF2-40B4-BE49-F238E27FC236}">
                  <a16:creationId xmlns:a16="http://schemas.microsoft.com/office/drawing/2014/main" id="{F046F467-1026-D3E3-F071-9AD18E08B325}"/>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011981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5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r="49331"/>
          <a:stretch>
            <a:fillRect/>
          </a:stretch>
        </p:blipFill>
        <p:spPr>
          <a:xfrm>
            <a:off x="0" y="0"/>
            <a:ext cx="6095996" cy="6858000"/>
          </a:xfrm>
          <a:prstGeom prst="rect">
            <a:avLst/>
          </a:prstGeom>
        </p:spPr>
      </p:pic>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1003200" y="431800"/>
            <a:ext cx="2692501" cy="533400"/>
          </a:xfrm>
        </p:spPr>
        <p:txBody>
          <a:bodyPr/>
          <a:lstStyle>
            <a:lvl1pPr>
              <a:defRPr>
                <a:solidFill>
                  <a:schemeClr val="bg1"/>
                </a:solidFill>
              </a:defRPr>
            </a:lvl1pPr>
          </a:lstStyle>
          <a:p>
            <a:r>
              <a:rPr lang="en-US"/>
              <a:t>Click to edit Master title style</a:t>
            </a:r>
            <a:endParaRPr lang="en-GB"/>
          </a:p>
        </p:txBody>
      </p:sp>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grpSp>
        <p:nvGrpSpPr>
          <p:cNvPr id="19" name="Group 18">
            <a:extLst>
              <a:ext uri="{FF2B5EF4-FFF2-40B4-BE49-F238E27FC236}">
                <a16:creationId xmlns:a16="http://schemas.microsoft.com/office/drawing/2014/main" id="{E39DD777-3C45-FC2E-4557-FBB743DE57C4}"/>
              </a:ext>
            </a:extLst>
          </p:cNvPr>
          <p:cNvGrpSpPr/>
          <p:nvPr userDrawn="1"/>
        </p:nvGrpSpPr>
        <p:grpSpPr>
          <a:xfrm>
            <a:off x="10134537" y="431800"/>
            <a:ext cx="2057463" cy="463550"/>
            <a:chOff x="10134537" y="431800"/>
            <a:chExt cx="2057463" cy="463550"/>
          </a:xfrm>
        </p:grpSpPr>
        <p:sp>
          <p:nvSpPr>
            <p:cNvPr id="20" name="Rectangle: Rounded Corners 103">
              <a:extLst>
                <a:ext uri="{FF2B5EF4-FFF2-40B4-BE49-F238E27FC236}">
                  <a16:creationId xmlns:a16="http://schemas.microsoft.com/office/drawing/2014/main" id="{AEE0DCA9-93FD-C28A-DD70-F34AE12846E7}"/>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21" name="TextBox 20">
              <a:extLst>
                <a:ext uri="{FF2B5EF4-FFF2-40B4-BE49-F238E27FC236}">
                  <a16:creationId xmlns:a16="http://schemas.microsoft.com/office/drawing/2014/main" id="{7E563B1C-41B6-529E-4C9C-DF9ED1305C42}"/>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34FCFCC5-CCE1-F430-F60A-D0038A39FB3A}"/>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5D70AE22-AA95-C446-F1F3-F884AFF9C4B4}"/>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975028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3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r="49332"/>
          <a:stretch>
            <a:fillRect/>
          </a:stretch>
        </p:blipFill>
        <p:spPr>
          <a:xfrm>
            <a:off x="0" y="0"/>
            <a:ext cx="6095996" cy="6858000"/>
          </a:xfrm>
          <a:prstGeom prst="rect">
            <a:avLst/>
          </a:prstGeom>
        </p:spPr>
      </p:pic>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1003200" y="431800"/>
            <a:ext cx="2692501" cy="533400"/>
          </a:xfrm>
        </p:spPr>
        <p:txBody>
          <a:bodyPr/>
          <a:lstStyle>
            <a:lvl1pPr>
              <a:defRPr>
                <a:solidFill>
                  <a:schemeClr val="bg1"/>
                </a:solidFill>
              </a:defRPr>
            </a:lvl1pPr>
          </a:lstStyle>
          <a:p>
            <a:r>
              <a:rPr lang="en-US"/>
              <a:t>Click to edit Master title style</a:t>
            </a:r>
            <a:endParaRPr lang="en-GB"/>
          </a:p>
        </p:txBody>
      </p:sp>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grpSp>
        <p:nvGrpSpPr>
          <p:cNvPr id="19" name="Group 18">
            <a:extLst>
              <a:ext uri="{FF2B5EF4-FFF2-40B4-BE49-F238E27FC236}">
                <a16:creationId xmlns:a16="http://schemas.microsoft.com/office/drawing/2014/main" id="{E39DD777-3C45-FC2E-4557-FBB743DE57C4}"/>
              </a:ext>
            </a:extLst>
          </p:cNvPr>
          <p:cNvGrpSpPr/>
          <p:nvPr userDrawn="1"/>
        </p:nvGrpSpPr>
        <p:grpSpPr>
          <a:xfrm>
            <a:off x="10134537" y="431800"/>
            <a:ext cx="2057463" cy="463550"/>
            <a:chOff x="10134537" y="431800"/>
            <a:chExt cx="2057463" cy="463550"/>
          </a:xfrm>
        </p:grpSpPr>
        <p:sp>
          <p:nvSpPr>
            <p:cNvPr id="20" name="Rectangle: Rounded Corners 103">
              <a:extLst>
                <a:ext uri="{FF2B5EF4-FFF2-40B4-BE49-F238E27FC236}">
                  <a16:creationId xmlns:a16="http://schemas.microsoft.com/office/drawing/2014/main" id="{AEE0DCA9-93FD-C28A-DD70-F34AE12846E7}"/>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21" name="TextBox 20">
              <a:extLst>
                <a:ext uri="{FF2B5EF4-FFF2-40B4-BE49-F238E27FC236}">
                  <a16:creationId xmlns:a16="http://schemas.microsoft.com/office/drawing/2014/main" id="{7E563B1C-41B6-529E-4C9C-DF9ED1305C42}"/>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34FCFCC5-CCE1-F430-F60A-D0038A39FB3A}"/>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5D70AE22-AA95-C446-F1F3-F884AFF9C4B4}"/>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4770087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6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r="34" b="1354"/>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1" name="TextBox 20">
            <a:extLst>
              <a:ext uri="{FF2B5EF4-FFF2-40B4-BE49-F238E27FC236}">
                <a16:creationId xmlns:a16="http://schemas.microsoft.com/office/drawing/2014/main" id="{EB44BEA1-712D-0258-8EAE-E41AD13692F8}"/>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1C364D89-D1EC-7313-EA56-53DEC16C4108}"/>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18114C85-C67F-A3C8-0D24-150F6F78390C}"/>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22446190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_Title Only">
    <p:bg>
      <p:bgPr>
        <a:gradFill>
          <a:gsLst>
            <a:gs pos="0">
              <a:schemeClr val="tx2"/>
            </a:gs>
            <a:gs pos="100000">
              <a:schemeClr val="accent1"/>
            </a:gs>
          </a:gsLst>
          <a:lin ang="21594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2788000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1_Title Only">
    <p:bg>
      <p:bgPr>
        <a:gradFill flip="none" rotWithShape="1">
          <a:gsLst>
            <a:gs pos="40000">
              <a:schemeClr val="accent3"/>
            </a:gs>
            <a:gs pos="100000">
              <a:schemeClr val="accent1"/>
            </a:gs>
          </a:gsLst>
          <a:lin ang="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2288330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6_Title Only">
    <p:bg>
      <p:bgPr>
        <a:gradFill flip="none" rotWithShape="1">
          <a:gsLst>
            <a:gs pos="40000">
              <a:schemeClr val="accent3"/>
            </a:gs>
            <a:gs pos="100000">
              <a:schemeClr val="accent1"/>
            </a:gs>
          </a:gsLst>
          <a:lin ang="54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0233014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5_Title Only">
    <p:bg>
      <p:bgPr>
        <a:gradFill flip="none" rotWithShape="1">
          <a:gsLst>
            <a:gs pos="40000">
              <a:schemeClr val="accent3"/>
            </a:gs>
            <a:gs pos="100000">
              <a:schemeClr val="accent1"/>
            </a:gs>
          </a:gsLst>
          <a:lin ang="108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7004605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3" name="Rectangle 2">
            <a:extLst>
              <a:ext uri="{FF2B5EF4-FFF2-40B4-BE49-F238E27FC236}">
                <a16:creationId xmlns:a16="http://schemas.microsoft.com/office/drawing/2014/main" id="{CC01B6E3-8EC7-9F63-35C1-9401688D5797}"/>
              </a:ext>
            </a:extLst>
          </p:cNvPr>
          <p:cNvSpPr/>
          <p:nvPr userDrawn="1"/>
        </p:nvSpPr>
        <p:spPr>
          <a:xfrm>
            <a:off x="7965649" y="0"/>
            <a:ext cx="4226351" cy="6858000"/>
          </a:xfrm>
          <a:prstGeom prst="rect">
            <a:avLst/>
          </a:prstGeom>
          <a:gradFill>
            <a:gsLst>
              <a:gs pos="100000">
                <a:schemeClr val="accent2"/>
              </a:gs>
              <a:gs pos="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IN" sz="1500" err="1">
              <a:solidFill>
                <a:schemeClr val="bg1"/>
              </a:solidFill>
            </a:endParaRPr>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E82AEBE6-9110-F242-C7B5-15CE1BE37AD2}"/>
              </a:ext>
            </a:extLst>
          </p:cNvPr>
          <p:cNvGrpSpPr/>
          <p:nvPr userDrawn="1"/>
        </p:nvGrpSpPr>
        <p:grpSpPr>
          <a:xfrm>
            <a:off x="10262377" y="498475"/>
            <a:ext cx="1929623" cy="356658"/>
            <a:chOff x="10262377" y="498475"/>
            <a:chExt cx="1929623" cy="356658"/>
          </a:xfrm>
        </p:grpSpPr>
        <p:sp>
          <p:nvSpPr>
            <p:cNvPr id="18" name="TextBox 17">
              <a:extLst>
                <a:ext uri="{FF2B5EF4-FFF2-40B4-BE49-F238E27FC236}">
                  <a16:creationId xmlns:a16="http://schemas.microsoft.com/office/drawing/2014/main" id="{18DD7B5D-6829-E31F-55B2-A0930D405BA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9" name="Straight Connector 18">
              <a:extLst>
                <a:ext uri="{FF2B5EF4-FFF2-40B4-BE49-F238E27FC236}">
                  <a16:creationId xmlns:a16="http://schemas.microsoft.com/office/drawing/2014/main" id="{A8FCE313-385C-58A7-F245-244A1B46176C}"/>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B1A44438-4A88-490B-0DD3-F89E8319700F}"/>
                </a:ext>
              </a:extLst>
            </p:cNvPr>
            <p:cNvPicPr>
              <a:picLocks noChangeAspect="1"/>
            </p:cNvPicPr>
            <p:nvPr userDrawn="1"/>
          </p:nvPicPr>
          <p:blipFill>
            <a:blip>
              <a:extLst>
                <a:ext uri="{96DAC541-7B7A-43D3-8B79-37D633B846F1}">
                  <asvg:svgBlip xmlns:asvg="http://schemas.microsoft.com/office/drawing/2016/SVG/main" r:embed="rId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40930500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3" name="Rectangle 2">
            <a:extLst>
              <a:ext uri="{FF2B5EF4-FFF2-40B4-BE49-F238E27FC236}">
                <a16:creationId xmlns:a16="http://schemas.microsoft.com/office/drawing/2014/main" id="{CC01B6E3-8EC7-9F63-35C1-9401688D5797}"/>
              </a:ext>
            </a:extLst>
          </p:cNvPr>
          <p:cNvSpPr/>
          <p:nvPr userDrawn="1"/>
        </p:nvSpPr>
        <p:spPr>
          <a:xfrm>
            <a:off x="7965649" y="0"/>
            <a:ext cx="4226351" cy="6858000"/>
          </a:xfrm>
          <a:prstGeom prst="rect">
            <a:avLst/>
          </a:prstGeom>
          <a:gradFill>
            <a:gsLst>
              <a:gs pos="20000">
                <a:schemeClr val="accent3"/>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IN" sz="1500" err="1">
              <a:solidFill>
                <a:schemeClr val="bg1"/>
              </a:solidFill>
            </a:endParaRPr>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E82AEBE6-9110-F242-C7B5-15CE1BE37AD2}"/>
              </a:ext>
            </a:extLst>
          </p:cNvPr>
          <p:cNvGrpSpPr/>
          <p:nvPr userDrawn="1"/>
        </p:nvGrpSpPr>
        <p:grpSpPr>
          <a:xfrm>
            <a:off x="10262377" y="498475"/>
            <a:ext cx="1929623" cy="356658"/>
            <a:chOff x="10262377" y="498475"/>
            <a:chExt cx="1929623" cy="356658"/>
          </a:xfrm>
        </p:grpSpPr>
        <p:sp>
          <p:nvSpPr>
            <p:cNvPr id="18" name="TextBox 17">
              <a:extLst>
                <a:ext uri="{FF2B5EF4-FFF2-40B4-BE49-F238E27FC236}">
                  <a16:creationId xmlns:a16="http://schemas.microsoft.com/office/drawing/2014/main" id="{18DD7B5D-6829-E31F-55B2-A0930D405BA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9" name="Straight Connector 18">
              <a:extLst>
                <a:ext uri="{FF2B5EF4-FFF2-40B4-BE49-F238E27FC236}">
                  <a16:creationId xmlns:a16="http://schemas.microsoft.com/office/drawing/2014/main" id="{A8FCE313-385C-58A7-F245-244A1B46176C}"/>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B1A44438-4A88-490B-0DD3-F89E8319700F}"/>
                </a:ext>
              </a:extLst>
            </p:cNvPr>
            <p:cNvPicPr>
              <a:picLocks noChangeAspect="1"/>
            </p:cNvPicPr>
            <p:nvPr userDrawn="1"/>
          </p:nvPicPr>
          <p:blipFill>
            <a:blip>
              <a:extLst>
                <a:ext uri="{96DAC541-7B7A-43D3-8B79-37D633B846F1}">
                  <asvg:svgBlip xmlns:asvg="http://schemas.microsoft.com/office/drawing/2016/SVG/main" r:embed="rId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36573737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3A365D5-E103-47DF-D10E-57F7EF3A6FFB}"/>
              </a:ext>
            </a:extLst>
          </p:cNvPr>
          <p:cNvPicPr>
            <a:picLocks noChangeAspect="1"/>
          </p:cNvPicPr>
          <p:nvPr userDrawn="1"/>
        </p:nvPicPr>
        <p:blipFill>
          <a:blip r:embed="rId3" cstate="screen">
            <a:extLst>
              <a:ext uri="{28A0092B-C50C-407E-A947-70E740481C1C}">
                <a14:useLocalDpi xmlns:a14="http://schemas.microsoft.com/office/drawing/2010/main"/>
              </a:ext>
            </a:extLst>
          </a:blip>
          <a:srcRect l="65313" r="34" b="1354"/>
          <a:stretch>
            <a:fillRect/>
          </a:stretch>
        </p:blipFill>
        <p:spPr>
          <a:xfrm>
            <a:off x="7965649" y="0"/>
            <a:ext cx="4226351" cy="6858000"/>
          </a:xfrm>
          <a:prstGeom prst="rect">
            <a:avLst/>
          </a:prstGeom>
        </p:spPr>
      </p:pic>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8E80975C-BBF8-A70C-EC1F-737E88F605D1}"/>
              </a:ext>
            </a:extLst>
          </p:cNvPr>
          <p:cNvGrpSpPr/>
          <p:nvPr userDrawn="1"/>
        </p:nvGrpSpPr>
        <p:grpSpPr>
          <a:xfrm>
            <a:off x="10262377" y="498475"/>
            <a:ext cx="1929623" cy="356658"/>
            <a:chOff x="10262377" y="498475"/>
            <a:chExt cx="1929623" cy="356658"/>
          </a:xfrm>
        </p:grpSpPr>
        <p:sp>
          <p:nvSpPr>
            <p:cNvPr id="23" name="TextBox 22">
              <a:extLst>
                <a:ext uri="{FF2B5EF4-FFF2-40B4-BE49-F238E27FC236}">
                  <a16:creationId xmlns:a16="http://schemas.microsoft.com/office/drawing/2014/main" id="{78E0B9D0-C657-DC19-8AC3-0E8C97DC617D}"/>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4" name="Straight Connector 23">
              <a:extLst>
                <a:ext uri="{FF2B5EF4-FFF2-40B4-BE49-F238E27FC236}">
                  <a16:creationId xmlns:a16="http://schemas.microsoft.com/office/drawing/2014/main" id="{76C7694F-53FA-AB09-F252-D9921AD9A7D0}"/>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8C6A982B-1E85-797E-BB99-FDAFD12088AE}"/>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33152952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526E01B-2E1D-4DCB-E9F7-14D5AF7C0C4E}"/>
              </a:ext>
            </a:extLst>
          </p:cNvPr>
          <p:cNvSpPr/>
          <p:nvPr userDrawn="1"/>
        </p:nvSpPr>
        <p:spPr>
          <a:xfrm>
            <a:off x="8741667" y="0"/>
            <a:ext cx="3450334" cy="6858000"/>
          </a:xfrm>
          <a:prstGeom prst="rect">
            <a:avLst/>
          </a:prstGeom>
          <a:gradFill>
            <a:gsLst>
              <a:gs pos="0">
                <a:schemeClr val="tx2"/>
              </a:gs>
              <a:gs pos="100000">
                <a:schemeClr val="accent1"/>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CL" sz="1500" err="1">
              <a:solidFill>
                <a:schemeClr val="bg1"/>
              </a:solidFill>
            </a:endParaRP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091B88C7-7DB2-B662-FCA0-92727B5F0701}"/>
              </a:ext>
            </a:extLst>
          </p:cNvPr>
          <p:cNvGrpSpPr/>
          <p:nvPr userDrawn="1"/>
        </p:nvGrpSpPr>
        <p:grpSpPr>
          <a:xfrm>
            <a:off x="10262377" y="498475"/>
            <a:ext cx="1929623" cy="356658"/>
            <a:chOff x="10262377" y="498475"/>
            <a:chExt cx="1929623" cy="356658"/>
          </a:xfrm>
        </p:grpSpPr>
        <p:sp>
          <p:nvSpPr>
            <p:cNvPr id="23" name="TextBox 22">
              <a:extLst>
                <a:ext uri="{FF2B5EF4-FFF2-40B4-BE49-F238E27FC236}">
                  <a16:creationId xmlns:a16="http://schemas.microsoft.com/office/drawing/2014/main" id="{768DD44A-6F01-DA9F-882C-C7221361076F}"/>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4" name="Straight Connector 23">
              <a:extLst>
                <a:ext uri="{FF2B5EF4-FFF2-40B4-BE49-F238E27FC236}">
                  <a16:creationId xmlns:a16="http://schemas.microsoft.com/office/drawing/2014/main" id="{3D8580C5-F367-31CC-7EBD-607CE6CBA5F1}"/>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E8977F8C-9F0B-ECB6-D5D1-4F4D719C06FF}"/>
                </a:ext>
              </a:extLst>
            </p:cNvPr>
            <p:cNvPicPr>
              <a:picLocks noChangeAspect="1"/>
            </p:cNvPicPr>
            <p:nvPr userDrawn="1"/>
          </p:nvPicPr>
          <p:blipFill>
            <a:blip>
              <a:extLst>
                <a:ext uri="{96DAC541-7B7A-43D3-8B79-37D633B846F1}">
                  <asvg:svgBlip xmlns:asvg="http://schemas.microsoft.com/office/drawing/2016/SVG/main" r:embed="rId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32170498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Title Only - Dark BG colour">
    <p:bg>
      <p:bgPr>
        <a:solidFill>
          <a:srgbClr val="76D2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tx2"/>
                </a:solidFill>
                <a:latin typeface="+mn-lt"/>
                <a:ea typeface="Arial"/>
                <a:cs typeface="Arial" panose="020B0604020202020204" pitchFamily="34" charset="0"/>
              </a:rPr>
              <a:pPr algn="r"/>
              <a:t>‹#›</a:t>
            </a:fld>
            <a:endParaRPr lang="en-GB" sz="1000">
              <a:solidFill>
                <a:schemeClr val="tx2"/>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cxnSp>
        <p:nvCxnSpPr>
          <p:cNvPr id="8" name="Straight Connector 7">
            <a:extLst>
              <a:ext uri="{FF2B5EF4-FFF2-40B4-BE49-F238E27FC236}">
                <a16:creationId xmlns:a16="http://schemas.microsoft.com/office/drawing/2014/main" id="{156A5C29-C797-4C37-9F34-9C206DC1B64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Graphic 8">
            <a:extLst>
              <a:ext uri="{FF2B5EF4-FFF2-40B4-BE49-F238E27FC236}">
                <a16:creationId xmlns:a16="http://schemas.microsoft.com/office/drawing/2014/main" id="{147A601A-3AE8-4889-A026-9740E00CCFB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0" name="TextBox 9">
            <a:extLst>
              <a:ext uri="{FF2B5EF4-FFF2-40B4-BE49-F238E27FC236}">
                <a16:creationId xmlns:a16="http://schemas.microsoft.com/office/drawing/2014/main" id="{B339DC52-BE5A-4DB1-A59B-9DD871F00820}"/>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spTree>
    <p:extLst>
      <p:ext uri="{BB962C8B-B14F-4D97-AF65-F5344CB8AC3E}">
        <p14:creationId xmlns:p14="http://schemas.microsoft.com/office/powerpoint/2010/main" val="15355139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3_DIVIDER 1">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chemeClr val="accent3"/>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259F6ED-0229-E365-394F-A665B7DC097C}"/>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7" name="Group 6">
            <a:extLst>
              <a:ext uri="{FF2B5EF4-FFF2-40B4-BE49-F238E27FC236}">
                <a16:creationId xmlns:a16="http://schemas.microsoft.com/office/drawing/2014/main" id="{4D02B96E-C06F-D091-254A-A3E41BCB0F37}"/>
              </a:ext>
            </a:extLst>
          </p:cNvPr>
          <p:cNvGrpSpPr/>
          <p:nvPr userDrawn="1"/>
        </p:nvGrpSpPr>
        <p:grpSpPr>
          <a:xfrm>
            <a:off x="10262377" y="498475"/>
            <a:ext cx="1929623" cy="356658"/>
            <a:chOff x="10262377" y="498475"/>
            <a:chExt cx="1929623" cy="356658"/>
          </a:xfrm>
        </p:grpSpPr>
        <p:sp>
          <p:nvSpPr>
            <p:cNvPr id="9" name="TextBox 8">
              <a:extLst>
                <a:ext uri="{FF2B5EF4-FFF2-40B4-BE49-F238E27FC236}">
                  <a16:creationId xmlns:a16="http://schemas.microsoft.com/office/drawing/2014/main" id="{F8F03B7A-7774-A8FB-514A-5374EFC1C5E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0" name="Straight Connector 9">
              <a:extLst>
                <a:ext uri="{FF2B5EF4-FFF2-40B4-BE49-F238E27FC236}">
                  <a16:creationId xmlns:a16="http://schemas.microsoft.com/office/drawing/2014/main" id="{8AA2A8BF-38B8-3825-898B-15D806451C44}"/>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EB2335E2-8DE6-B3FD-824F-1990E99E30C3}"/>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4371578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5_DIVIDER 1">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D7834C-5C82-9568-2F2B-67FD8C6D07B7}"/>
              </a:ext>
            </a:extLst>
          </p:cNvPr>
          <p:cNvPicPr>
            <a:picLocks noChangeAspect="1"/>
          </p:cNvPicPr>
          <p:nvPr userDrawn="1"/>
        </p:nvPicPr>
        <p:blipFill>
          <a:blip r:embed="rId4" cstate="screen">
            <a:extLst>
              <a:ext uri="{28A0092B-C50C-407E-A947-70E740481C1C}">
                <a14:useLocalDpi xmlns:a14="http://schemas.microsoft.com/office/drawing/2010/main"/>
              </a:ext>
            </a:extLst>
          </a:blip>
          <a:srcRect r="34" b="1354"/>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chemeClr val="accent3"/>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B1D42F2-7AD0-78F6-D907-7A368ED11E5A}"/>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7" name="Group 6">
            <a:extLst>
              <a:ext uri="{FF2B5EF4-FFF2-40B4-BE49-F238E27FC236}">
                <a16:creationId xmlns:a16="http://schemas.microsoft.com/office/drawing/2014/main" id="{22EDBA4B-19A1-5918-079C-845AF68AD8D0}"/>
              </a:ext>
            </a:extLst>
          </p:cNvPr>
          <p:cNvGrpSpPr/>
          <p:nvPr userDrawn="1"/>
        </p:nvGrpSpPr>
        <p:grpSpPr>
          <a:xfrm>
            <a:off x="10262377" y="498475"/>
            <a:ext cx="1929623" cy="356658"/>
            <a:chOff x="10262377" y="498475"/>
            <a:chExt cx="1929623" cy="356658"/>
          </a:xfrm>
        </p:grpSpPr>
        <p:sp>
          <p:nvSpPr>
            <p:cNvPr id="10" name="TextBox 9">
              <a:extLst>
                <a:ext uri="{FF2B5EF4-FFF2-40B4-BE49-F238E27FC236}">
                  <a16:creationId xmlns:a16="http://schemas.microsoft.com/office/drawing/2014/main" id="{E347D0DC-3C93-289F-42D2-2B18E78A34FC}"/>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2" name="Straight Connector 11">
              <a:extLst>
                <a:ext uri="{FF2B5EF4-FFF2-40B4-BE49-F238E27FC236}">
                  <a16:creationId xmlns:a16="http://schemas.microsoft.com/office/drawing/2014/main" id="{6FBB6BAB-92C2-8B49-8F2B-9A80B59934A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4E33EB67-3A08-7B49-F6D4-D17489D115E3}"/>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4216324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7_DIVIDER 1">
    <p:bg>
      <p:bgPr>
        <a:solidFill>
          <a:schemeClr val="accent3"/>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rgbClr val="ACEAFF"/>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259F6ED-0229-E365-394F-A665B7DC097C}"/>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7" name="Group 6">
            <a:extLst>
              <a:ext uri="{FF2B5EF4-FFF2-40B4-BE49-F238E27FC236}">
                <a16:creationId xmlns:a16="http://schemas.microsoft.com/office/drawing/2014/main" id="{4D02B96E-C06F-D091-254A-A3E41BCB0F37}"/>
              </a:ext>
            </a:extLst>
          </p:cNvPr>
          <p:cNvGrpSpPr/>
          <p:nvPr userDrawn="1"/>
        </p:nvGrpSpPr>
        <p:grpSpPr>
          <a:xfrm>
            <a:off x="10262377" y="498475"/>
            <a:ext cx="1929623" cy="356658"/>
            <a:chOff x="10262377" y="498475"/>
            <a:chExt cx="1929623" cy="356658"/>
          </a:xfrm>
        </p:grpSpPr>
        <p:sp>
          <p:nvSpPr>
            <p:cNvPr id="9" name="TextBox 8">
              <a:extLst>
                <a:ext uri="{FF2B5EF4-FFF2-40B4-BE49-F238E27FC236}">
                  <a16:creationId xmlns:a16="http://schemas.microsoft.com/office/drawing/2014/main" id="{F8F03B7A-7774-A8FB-514A-5374EFC1C5E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0" name="Straight Connector 9">
              <a:extLst>
                <a:ext uri="{FF2B5EF4-FFF2-40B4-BE49-F238E27FC236}">
                  <a16:creationId xmlns:a16="http://schemas.microsoft.com/office/drawing/2014/main" id="{8AA2A8BF-38B8-3825-898B-15D806451C44}"/>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EB2335E2-8DE6-B3FD-824F-1990E99E30C3}"/>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7933510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6_DIVIDER 1">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D7834C-5C82-9568-2F2B-67FD8C6D07B7}"/>
              </a:ext>
            </a:extLst>
          </p:cNvPr>
          <p:cNvPicPr>
            <a:picLocks noChangeAspect="1"/>
          </p:cNvPicPr>
          <p:nvPr userDrawn="1"/>
        </p:nvPicPr>
        <p:blipFill>
          <a:blip r:embed="rId4" cstate="screen">
            <a:extLst>
              <a:ext uri="{28A0092B-C50C-407E-A947-70E740481C1C}">
                <a14:useLocalDpi xmlns:a14="http://schemas.microsoft.com/office/drawing/2010/main"/>
              </a:ext>
            </a:extLst>
          </a:blip>
          <a:srcRect t="660" b="660"/>
          <a:stretch/>
        </p:blipFill>
        <p:spPr>
          <a:xfrm>
            <a:off x="0" y="0"/>
            <a:ext cx="12192000" cy="6858000"/>
          </a:xfrm>
          <a:prstGeom prst="rect">
            <a:avLst/>
          </a:prstGeom>
        </p:spPr>
      </p:pic>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chemeClr val="bg1"/>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B1D42F2-7AD0-78F6-D907-7A368ED11E5A}"/>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7" name="Group 6">
            <a:extLst>
              <a:ext uri="{FF2B5EF4-FFF2-40B4-BE49-F238E27FC236}">
                <a16:creationId xmlns:a16="http://schemas.microsoft.com/office/drawing/2014/main" id="{22EDBA4B-19A1-5918-079C-845AF68AD8D0}"/>
              </a:ext>
            </a:extLst>
          </p:cNvPr>
          <p:cNvGrpSpPr/>
          <p:nvPr userDrawn="1"/>
        </p:nvGrpSpPr>
        <p:grpSpPr>
          <a:xfrm>
            <a:off x="10262377" y="498475"/>
            <a:ext cx="1929623" cy="356658"/>
            <a:chOff x="10262377" y="498475"/>
            <a:chExt cx="1929623" cy="356658"/>
          </a:xfrm>
        </p:grpSpPr>
        <p:sp>
          <p:nvSpPr>
            <p:cNvPr id="10" name="TextBox 9">
              <a:extLst>
                <a:ext uri="{FF2B5EF4-FFF2-40B4-BE49-F238E27FC236}">
                  <a16:creationId xmlns:a16="http://schemas.microsoft.com/office/drawing/2014/main" id="{E347D0DC-3C93-289F-42D2-2B18E78A34FC}"/>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2" name="Straight Connector 11">
              <a:extLst>
                <a:ext uri="{FF2B5EF4-FFF2-40B4-BE49-F238E27FC236}">
                  <a16:creationId xmlns:a16="http://schemas.microsoft.com/office/drawing/2014/main" id="{6FBB6BAB-92C2-8B49-8F2B-9A80B59934A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4E33EB67-3A08-7B49-F6D4-D17489D115E3}"/>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4112761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_DIVIDER 1">
    <p:bg>
      <p:bgPr>
        <a:gradFill>
          <a:gsLst>
            <a:gs pos="0">
              <a:schemeClr val="tx2"/>
            </a:gs>
            <a:gs pos="100000">
              <a:schemeClr val="accent1"/>
            </a:gs>
          </a:gsLst>
          <a:lin ang="21594000" scaled="0"/>
        </a:gra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1978262"/>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982756"/>
            <a:ext cx="5103813" cy="5386090"/>
          </a:xfrm>
        </p:spPr>
        <p:txBody>
          <a:bodyPr wrap="square" anchor="b">
            <a:spAutoFit/>
          </a:bodyPr>
          <a:lstStyle>
            <a:lvl1pPr algn="r">
              <a:lnSpc>
                <a:spcPct val="70000"/>
              </a:lnSpc>
              <a:spcAft>
                <a:spcPts val="0"/>
              </a:spcAft>
              <a:defRPr sz="50000">
                <a:solidFill>
                  <a:srgbClr val="76D2FF"/>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081431"/>
            <a:ext cx="6264275" cy="1008063"/>
          </a:xfrm>
        </p:spPr>
        <p:txBody>
          <a:bodyPr/>
          <a:lstStyle>
            <a:lvl1pPr>
              <a:lnSpc>
                <a:spcPct val="70000"/>
              </a:lnSpc>
              <a:defRPr sz="8800">
                <a:solidFill>
                  <a:srgbClr val="76D2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8F46D32-54C1-F640-CB0F-6878775B39D3}"/>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2026 Copyright owned by one or more of the KPMG International entities. KPMG International entities provide no services to clients. All rights reserved.</a:t>
            </a:r>
          </a:p>
        </p:txBody>
      </p:sp>
      <p:grpSp>
        <p:nvGrpSpPr>
          <p:cNvPr id="7" name="Group 6">
            <a:extLst>
              <a:ext uri="{FF2B5EF4-FFF2-40B4-BE49-F238E27FC236}">
                <a16:creationId xmlns:a16="http://schemas.microsoft.com/office/drawing/2014/main" id="{8070DA5A-5079-0A9B-5A47-93C3A1845860}"/>
              </a:ext>
            </a:extLst>
          </p:cNvPr>
          <p:cNvGrpSpPr/>
          <p:nvPr userDrawn="1"/>
        </p:nvGrpSpPr>
        <p:grpSpPr>
          <a:xfrm>
            <a:off x="10262377" y="498475"/>
            <a:ext cx="1929623" cy="356658"/>
            <a:chOff x="10262377" y="498475"/>
            <a:chExt cx="1929623" cy="356658"/>
          </a:xfrm>
        </p:grpSpPr>
        <p:sp>
          <p:nvSpPr>
            <p:cNvPr id="9" name="TextBox 8">
              <a:extLst>
                <a:ext uri="{FF2B5EF4-FFF2-40B4-BE49-F238E27FC236}">
                  <a16:creationId xmlns:a16="http://schemas.microsoft.com/office/drawing/2014/main" id="{F609C502-1F35-77EF-A825-06620156FBEF}"/>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0" name="Straight Connector 9">
              <a:extLst>
                <a:ext uri="{FF2B5EF4-FFF2-40B4-BE49-F238E27FC236}">
                  <a16:creationId xmlns:a16="http://schemas.microsoft.com/office/drawing/2014/main" id="{5DDB47CD-B1A9-FE07-4951-1E006D119F3D}"/>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6D47FA2B-1D75-F250-C9FB-448886FB765E}"/>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41383692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Back Cover dark Gradient">
    <p:bg>
      <p:bgPr>
        <a:gradFill>
          <a:gsLst>
            <a:gs pos="100000">
              <a:schemeClr val="accent1"/>
            </a:gs>
            <a:gs pos="0">
              <a:schemeClr val="tx2"/>
            </a:gs>
          </a:gsLst>
          <a:lin ang="0" scaled="0"/>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70D886-9EBD-16DB-7B04-05CF984A9AB0}"/>
              </a:ext>
            </a:extLst>
          </p:cNvPr>
          <p:cNvPicPr>
            <a:picLocks noChangeAspect="1"/>
          </p:cNvPicPr>
          <p:nvPr userDrawn="1"/>
        </p:nvPicPr>
        <p:blipFill>
          <a:blip r:embed="rId2" cstate="screen">
            <a:extLst>
              <a:ext uri="{28A0092B-C50C-407E-A947-70E740481C1C}">
                <a14:useLocalDpi xmlns:a14="http://schemas.microsoft.com/office/drawing/2010/main"/>
              </a:ext>
            </a:extLst>
          </a:blip>
          <a:srcRect r="34" b="1354"/>
          <a:stretch>
            <a:fillRect/>
          </a:stretch>
        </p:blipFill>
        <p:spPr>
          <a:xfrm>
            <a:off x="0" y="0"/>
            <a:ext cx="12192000" cy="6858000"/>
          </a:xfrm>
          <a:prstGeom prst="rect">
            <a:avLst/>
          </a:prstGeom>
        </p:spPr>
      </p:pic>
      <p:pic>
        <p:nvPicPr>
          <p:cNvPr id="18" name="Graphic 17">
            <a:extLst>
              <a:ext uri="{FF2B5EF4-FFF2-40B4-BE49-F238E27FC236}">
                <a16:creationId xmlns:a16="http://schemas.microsoft.com/office/drawing/2014/main" id="{935A1578-15A7-4FE7-8BC2-3ADC725A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TextBox 15">
            <a:extLst>
              <a:ext uri="{FF2B5EF4-FFF2-40B4-BE49-F238E27FC236}">
                <a16:creationId xmlns:a16="http://schemas.microsoft.com/office/drawing/2014/main" id="{04C2CA56-BD0D-3340-A194-A5965BC60FB6}"/>
              </a:ext>
            </a:extLst>
          </p:cNvPr>
          <p:cNvSpPr txBox="1"/>
          <p:nvPr userDrawn="1"/>
        </p:nvSpPr>
        <p:spPr>
          <a:xfrm>
            <a:off x="989998" y="3646823"/>
            <a:ext cx="2225744" cy="184666"/>
          </a:xfrm>
          <a:prstGeom prst="rect">
            <a:avLst/>
          </a:prstGeom>
          <a:noFill/>
        </p:spPr>
        <p:txBody>
          <a:bodyPr wrap="square" lIns="0" tIns="0" rIns="0" bIns="0" rtlCol="0">
            <a:spAutoFit/>
          </a:bodyPr>
          <a:lstStyle/>
          <a:p>
            <a:pPr marL="0" marR="0" lvl="1" indent="0" algn="l" defTabSz="844083" rtl="0" eaLnBrk="1" fontAlgn="auto" latinLnBrk="0" hangingPunct="1">
              <a:lnSpc>
                <a:spcPct val="100000"/>
              </a:lnSpc>
              <a:spcBef>
                <a:spcPts val="0"/>
              </a:spcBef>
              <a:spcAft>
                <a:spcPts val="554"/>
              </a:spcAft>
              <a:buClrTx/>
              <a:buSzTx/>
              <a:buFontTx/>
              <a:buNone/>
              <a:tabLst/>
              <a:defRPr/>
            </a:pPr>
            <a:r>
              <a:rPr kumimoji="0" lang="en-GB" sz="1200" b="1" i="0" u="none" strike="noStrike" kern="1200" cap="none" spc="0" normalizeH="0" baseline="0" noProof="0">
                <a:ln>
                  <a:noFill/>
                </a:ln>
                <a:solidFill>
                  <a:schemeClr val="bg1"/>
                </a:solidFill>
                <a:effectLst/>
                <a:uLnTx/>
                <a:uFillTx/>
                <a:latin typeface="Arial"/>
                <a:ea typeface="+mn-ea"/>
                <a:cs typeface="+mn-cs"/>
              </a:rPr>
              <a:t>kpmg.com</a:t>
            </a:r>
          </a:p>
        </p:txBody>
      </p:sp>
      <p:sp>
        <p:nvSpPr>
          <p:cNvPr id="4" name="Rectangle 19">
            <a:hlinkClick r:id="rId4"/>
            <a:extLst>
              <a:ext uri="{FF2B5EF4-FFF2-40B4-BE49-F238E27FC236}">
                <a16:creationId xmlns:a16="http://schemas.microsoft.com/office/drawing/2014/main" id="{B857BAAB-2B0C-BB1A-8D21-816335F4CC0A}"/>
              </a:ext>
            </a:extLst>
          </p:cNvPr>
          <p:cNvSpPr/>
          <p:nvPr userDrawn="1"/>
        </p:nvSpPr>
        <p:spPr>
          <a:xfrm>
            <a:off x="978453" y="3670531"/>
            <a:ext cx="845316" cy="1609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0" name="Content Placeholder 1">
            <a:extLst>
              <a:ext uri="{FF2B5EF4-FFF2-40B4-BE49-F238E27FC236}">
                <a16:creationId xmlns:a16="http://schemas.microsoft.com/office/drawing/2014/main" id="{4DE391DA-1ACF-70C8-587B-1C0B43E5451E}"/>
              </a:ext>
            </a:extLst>
          </p:cNvPr>
          <p:cNvSpPr txBox="1">
            <a:spLocks/>
          </p:cNvSpPr>
          <p:nvPr userDrawn="1"/>
        </p:nvSpPr>
        <p:spPr>
          <a:xfrm>
            <a:off x="989997" y="4473073"/>
            <a:ext cx="9156269" cy="1600127"/>
          </a:xfrm>
          <a:prstGeom prst="rect">
            <a:avLst/>
          </a:prstGeom>
        </p:spPr>
        <p:txBody>
          <a:bodyPr lIns="0" tIns="0" rIns="0" bIns="0"/>
          <a:lstStyle>
            <a:lvl1pPr eaLnBrk="1" hangingPunct="1">
              <a:spcAft>
                <a:spcPts val="600"/>
              </a:spcAft>
              <a:defRPr sz="1500" b="1" i="0">
                <a:solidFill>
                  <a:schemeClr val="tx2"/>
                </a:solidFill>
                <a:latin typeface="Arial" panose="020B0603020202020204" pitchFamily="34" charset="0"/>
                <a:cs typeface="Arial" panose="020B0603020202020204" pitchFamily="34" charset="0"/>
              </a:defRPr>
            </a:lvl1pPr>
            <a:lvl2pPr marL="0" indent="0" eaLnBrk="1" hangingPunct="1">
              <a:spcAft>
                <a:spcPts val="600"/>
              </a:spcAft>
              <a:buFontTx/>
              <a:buNone/>
              <a:defRPr sz="1500" b="0" i="0">
                <a:solidFill>
                  <a:schemeClr val="tx2"/>
                </a:solidFill>
                <a:latin typeface="Arial" panose="020B0403020202020204" pitchFamily="34" charset="0"/>
                <a:cs typeface="Arial" panose="020B0403020202020204" pitchFamily="34" charset="0"/>
              </a:defRPr>
            </a:lvl2pPr>
            <a:lvl3pPr marL="285750" indent="-285750" eaLnBrk="1" hangingPunct="1">
              <a:spcAft>
                <a:spcPts val="600"/>
              </a:spcAft>
              <a:buClrTx/>
              <a:buFont typeface="Arial"/>
              <a:buChar char="—"/>
              <a:defRPr sz="1500" b="0" i="0">
                <a:solidFill>
                  <a:schemeClr val="tx2"/>
                </a:solidFill>
                <a:latin typeface="Arial" panose="020B0403020202020204" pitchFamily="34" charset="0"/>
                <a:cs typeface="Arial" panose="020B0403020202020204" pitchFamily="34" charset="0"/>
              </a:defRPr>
            </a:lvl3pPr>
            <a:lvl4pPr marL="571500" indent="-228600" eaLnBrk="1" hangingPunct="1">
              <a:spcAft>
                <a:spcPts val="600"/>
              </a:spcAft>
              <a:buFont typeface="Arial"/>
              <a:buChar char="-"/>
              <a:defRPr sz="1500" b="0" i="0" baseline="0">
                <a:solidFill>
                  <a:schemeClr val="tx2"/>
                </a:solidFill>
                <a:latin typeface="Arial" panose="020B0403020202020204" pitchFamily="34" charset="0"/>
                <a:cs typeface="Arial" panose="020B0403020202020204" pitchFamily="34" charset="0"/>
              </a:defRPr>
            </a:lvl4pPr>
            <a:lvl5pPr eaLnBrk="1" hangingPunct="1">
              <a:spcAft>
                <a:spcPts val="600"/>
              </a:spcAft>
              <a:defRPr sz="1500" b="0" i="0">
                <a:solidFill>
                  <a:schemeClr val="accent5"/>
                </a:solidFill>
                <a:latin typeface="Arial" panose="020B0403020202020204" pitchFamily="34" charset="0"/>
                <a:cs typeface="Arial" panose="020B0403020202020204" pitchFamily="34" charset="0"/>
              </a:defRPr>
            </a:lvl5pPr>
          </a:lstStyle>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The information contained herein is of a general nature and is not intended to address the circumstances of any particular individual or entity. Although we </a:t>
            </a:r>
            <a:r>
              <a:rPr kumimoji="0" lang="en-US" altLang="en-US" sz="1000" b="0" i="0" u="none" strike="noStrike" kern="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endeavour</a:t>
            </a: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Throughout this presentation,  “we”, “KPMG”, “us” and “our” refers to the KPMG global organization, to KPMG International Limited (“KPMG International”), and/or to one or more of the member firms of KPMG International, each of which is a separate legal entity.</a:t>
            </a:r>
          </a:p>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2026 Copyright owned by one or more of the KPMG International entities. KPMG International entities provide no services to clients. All rights reserved.</a:t>
            </a:r>
          </a:p>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KPMG refers to the global organization or to one or more of the member firms of KPMG International Limited (“KPMG International”), each of which is a separate legal entity. KPMG International Limited is a private English company limited by guarantee and does not provide services to clients. For more detail about our structure please visit </a:t>
            </a: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hlinkClick r:id="rId5">
                  <a:extLst>
                    <a:ext uri="{A12FA001-AC4F-418D-AE19-62706E023703}">
                      <ahyp:hlinkClr xmlns:ahyp="http://schemas.microsoft.com/office/drawing/2018/hyperlinkcolor" val="tx"/>
                    </a:ext>
                  </a:extLst>
                </a:hlinkClick>
              </a:rPr>
              <a:t>kpmg.com/governance</a:t>
            </a: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a:t>
            </a:r>
          </a:p>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The KPMG name and logo are trademarks used under license by the independent member firms of the KPMG global organization.</a:t>
            </a:r>
          </a:p>
        </p:txBody>
      </p:sp>
      <p:sp>
        <p:nvSpPr>
          <p:cNvPr id="11" name="Content Placeholder 1">
            <a:extLst>
              <a:ext uri="{FF2B5EF4-FFF2-40B4-BE49-F238E27FC236}">
                <a16:creationId xmlns:a16="http://schemas.microsoft.com/office/drawing/2014/main" id="{F717DDCE-D1D4-0432-F07F-F351F89794DD}"/>
              </a:ext>
            </a:extLst>
          </p:cNvPr>
          <p:cNvSpPr txBox="1">
            <a:spLocks/>
          </p:cNvSpPr>
          <p:nvPr userDrawn="1"/>
        </p:nvSpPr>
        <p:spPr>
          <a:xfrm>
            <a:off x="989997" y="2851709"/>
            <a:ext cx="9156269" cy="285878"/>
          </a:xfrm>
          <a:prstGeom prst="rect">
            <a:avLst/>
          </a:prstGeom>
        </p:spPr>
        <p:txBody>
          <a:bodyPr lIns="0" tIns="0" rIns="0" bIns="0"/>
          <a:lstStyle>
            <a:lvl1pPr eaLnBrk="1" hangingPunct="1">
              <a:spcAft>
                <a:spcPts val="600"/>
              </a:spcAft>
              <a:defRPr sz="1500" b="1" i="0">
                <a:solidFill>
                  <a:schemeClr val="tx2"/>
                </a:solidFill>
                <a:latin typeface="Arial" panose="020B0603020202020204" pitchFamily="34" charset="0"/>
                <a:cs typeface="Arial" panose="020B0603020202020204" pitchFamily="34" charset="0"/>
              </a:defRPr>
            </a:lvl1pPr>
            <a:lvl2pPr marL="0" indent="0" eaLnBrk="1" hangingPunct="1">
              <a:spcAft>
                <a:spcPts val="600"/>
              </a:spcAft>
              <a:buFontTx/>
              <a:buNone/>
              <a:defRPr sz="1500" b="0" i="0">
                <a:solidFill>
                  <a:schemeClr val="tx2"/>
                </a:solidFill>
                <a:latin typeface="Arial" panose="020B0403020202020204" pitchFamily="34" charset="0"/>
                <a:cs typeface="Arial" panose="020B0403020202020204" pitchFamily="34" charset="0"/>
              </a:defRPr>
            </a:lvl2pPr>
            <a:lvl3pPr marL="285750" indent="-285750" eaLnBrk="1" hangingPunct="1">
              <a:spcAft>
                <a:spcPts val="600"/>
              </a:spcAft>
              <a:buClrTx/>
              <a:buFont typeface="Arial"/>
              <a:buChar char="—"/>
              <a:defRPr sz="1500" b="0" i="0">
                <a:solidFill>
                  <a:schemeClr val="tx2"/>
                </a:solidFill>
                <a:latin typeface="Arial" panose="020B0403020202020204" pitchFamily="34" charset="0"/>
                <a:cs typeface="Arial" panose="020B0403020202020204" pitchFamily="34" charset="0"/>
              </a:defRPr>
            </a:lvl3pPr>
            <a:lvl4pPr marL="571500" indent="-228600" eaLnBrk="1" hangingPunct="1">
              <a:spcAft>
                <a:spcPts val="600"/>
              </a:spcAft>
              <a:buFont typeface="Arial"/>
              <a:buChar char="-"/>
              <a:defRPr sz="1500" b="0" i="0" baseline="0">
                <a:solidFill>
                  <a:schemeClr val="tx2"/>
                </a:solidFill>
                <a:latin typeface="Arial" panose="020B0403020202020204" pitchFamily="34" charset="0"/>
                <a:cs typeface="Arial" panose="020B0403020202020204" pitchFamily="34" charset="0"/>
              </a:defRPr>
            </a:lvl4pPr>
            <a:lvl5pPr eaLnBrk="1" hangingPunct="1">
              <a:spcAft>
                <a:spcPts val="600"/>
              </a:spcAft>
              <a:defRPr sz="1500" b="0" i="0">
                <a:solidFill>
                  <a:schemeClr val="accent5"/>
                </a:solidFill>
                <a:latin typeface="Arial" panose="020B0403020202020204" pitchFamily="34" charset="0"/>
                <a:cs typeface="Arial" panose="020B0403020202020204" pitchFamily="34" charset="0"/>
              </a:defRPr>
            </a:lvl5pPr>
          </a:lstStyle>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2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Some or all of the services described herein may not be permissible for KPMG audit clients and their affiliates or related entities.</a:t>
            </a:r>
          </a:p>
        </p:txBody>
      </p:sp>
      <p:pic>
        <p:nvPicPr>
          <p:cNvPr id="21" name="Graphic 20">
            <a:extLst>
              <a:ext uri="{FF2B5EF4-FFF2-40B4-BE49-F238E27FC236}">
                <a16:creationId xmlns:a16="http://schemas.microsoft.com/office/drawing/2014/main" id="{C7E3F84B-3ABF-0F58-B395-2C53B6F43AD7}"/>
              </a:ext>
            </a:extLst>
          </p:cNvPr>
          <p:cNvPicPr>
            <a:picLocks noChangeAspect="1"/>
          </p:cNvPicPr>
          <p:nvPr userDrawn="1"/>
        </p:nvPicPr>
        <p:blipFill rotWithShape="1">
          <a:blip>
            <a:extLst>
              <a:ext uri="{28A0092B-C50C-407E-A947-70E740481C1C}">
                <a14:useLocalDpi xmlns:a14="http://schemas.microsoft.com/office/drawing/2010/main"/>
              </a:ext>
              <a:ext uri="{96DAC541-7B7A-43D3-8B79-37D633B846F1}">
                <asvg:svgBlip xmlns:asvg="http://schemas.microsoft.com/office/drawing/2016/SVG/main" r:embed="rId6"/>
              </a:ext>
            </a:extLst>
          </a:blip>
          <a:srcRect l="70775" r="13902"/>
          <a:stretch/>
        </p:blipFill>
        <p:spPr>
          <a:xfrm>
            <a:off x="2769339" y="3937056"/>
            <a:ext cx="477521" cy="404205"/>
          </a:xfrm>
          <a:prstGeom prst="rect">
            <a:avLst/>
          </a:prstGeom>
        </p:spPr>
      </p:pic>
      <p:pic>
        <p:nvPicPr>
          <p:cNvPr id="22" name="Graphic 21">
            <a:extLst>
              <a:ext uri="{FF2B5EF4-FFF2-40B4-BE49-F238E27FC236}">
                <a16:creationId xmlns:a16="http://schemas.microsoft.com/office/drawing/2014/main" id="{BABC8629-1455-C8FC-38D1-67B8A3702567}"/>
              </a:ext>
            </a:extLst>
          </p:cNvPr>
          <p:cNvPicPr>
            <a:picLocks noChangeAspect="1"/>
          </p:cNvPicPr>
          <p:nvPr userDrawn="1"/>
        </p:nvPicPr>
        <p:blipFill rotWithShape="1">
          <a:blip>
            <a:extLst>
              <a:ext uri="{28A0092B-C50C-407E-A947-70E740481C1C}">
                <a14:useLocalDpi xmlns:a14="http://schemas.microsoft.com/office/drawing/2010/main"/>
              </a:ext>
              <a:ext uri="{96DAC541-7B7A-43D3-8B79-37D633B846F1}">
                <asvg:svgBlip xmlns:asvg="http://schemas.microsoft.com/office/drawing/2016/SVG/main" r:embed="rId6"/>
              </a:ext>
            </a:extLst>
          </a:blip>
          <a:srcRect l="28576" r="28648"/>
          <a:stretch/>
        </p:blipFill>
        <p:spPr>
          <a:xfrm>
            <a:off x="988271" y="3937056"/>
            <a:ext cx="1333024" cy="404205"/>
          </a:xfrm>
          <a:prstGeom prst="rect">
            <a:avLst/>
          </a:prstGeom>
        </p:spPr>
      </p:pic>
      <p:sp>
        <p:nvSpPr>
          <p:cNvPr id="23" name="Rectangle 22">
            <a:hlinkClick r:id="rId7"/>
            <a:extLst>
              <a:ext uri="{FF2B5EF4-FFF2-40B4-BE49-F238E27FC236}">
                <a16:creationId xmlns:a16="http://schemas.microsoft.com/office/drawing/2014/main" id="{822A58BF-FC33-5C9F-FA32-5808354EE72B}"/>
              </a:ext>
            </a:extLst>
          </p:cNvPr>
          <p:cNvSpPr/>
          <p:nvPr userDrawn="1"/>
        </p:nvSpPr>
        <p:spPr>
          <a:xfrm>
            <a:off x="1012569" y="3954943"/>
            <a:ext cx="373216"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4" name="Rectangle 23">
            <a:hlinkClick r:id="rId8"/>
            <a:extLst>
              <a:ext uri="{FF2B5EF4-FFF2-40B4-BE49-F238E27FC236}">
                <a16:creationId xmlns:a16="http://schemas.microsoft.com/office/drawing/2014/main" id="{02E6D8FA-4570-97F6-9F69-F273AD9AA340}"/>
              </a:ext>
            </a:extLst>
          </p:cNvPr>
          <p:cNvSpPr/>
          <p:nvPr userDrawn="1"/>
        </p:nvSpPr>
        <p:spPr>
          <a:xfrm>
            <a:off x="1445956" y="3954943"/>
            <a:ext cx="373216"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5" name="Rectangle 24">
            <a:hlinkClick r:id="rId9"/>
            <a:extLst>
              <a:ext uri="{FF2B5EF4-FFF2-40B4-BE49-F238E27FC236}">
                <a16:creationId xmlns:a16="http://schemas.microsoft.com/office/drawing/2014/main" id="{E8988838-4BF8-9ACA-35D1-2E193099A511}"/>
              </a:ext>
            </a:extLst>
          </p:cNvPr>
          <p:cNvSpPr/>
          <p:nvPr userDrawn="1"/>
        </p:nvSpPr>
        <p:spPr>
          <a:xfrm>
            <a:off x="1884106" y="3954943"/>
            <a:ext cx="382742"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6" name="Rectangle 25">
            <a:hlinkClick r:id="rId10"/>
            <a:extLst>
              <a:ext uri="{FF2B5EF4-FFF2-40B4-BE49-F238E27FC236}">
                <a16:creationId xmlns:a16="http://schemas.microsoft.com/office/drawing/2014/main" id="{0EA39AC9-4671-7968-02E3-FA411F248218}"/>
              </a:ext>
            </a:extLst>
          </p:cNvPr>
          <p:cNvSpPr/>
          <p:nvPr userDrawn="1"/>
        </p:nvSpPr>
        <p:spPr>
          <a:xfrm>
            <a:off x="2818654" y="3937056"/>
            <a:ext cx="397088"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7" name="Rectangle 26">
            <a:hlinkClick r:id="rId11"/>
            <a:extLst>
              <a:ext uri="{FF2B5EF4-FFF2-40B4-BE49-F238E27FC236}">
                <a16:creationId xmlns:a16="http://schemas.microsoft.com/office/drawing/2014/main" id="{5750D574-A152-2F3D-251F-ED1E0DA74ED9}"/>
              </a:ext>
            </a:extLst>
          </p:cNvPr>
          <p:cNvSpPr/>
          <p:nvPr userDrawn="1"/>
        </p:nvSpPr>
        <p:spPr>
          <a:xfrm>
            <a:off x="2370858" y="3942824"/>
            <a:ext cx="373216"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baseline="-25000">
              <a:solidFill>
                <a:schemeClr val="bg1"/>
              </a:solidFill>
            </a:endParaRPr>
          </a:p>
        </p:txBody>
      </p:sp>
      <p:pic>
        <p:nvPicPr>
          <p:cNvPr id="28" name="Graphic 27">
            <a:extLst>
              <a:ext uri="{FF2B5EF4-FFF2-40B4-BE49-F238E27FC236}">
                <a16:creationId xmlns:a16="http://schemas.microsoft.com/office/drawing/2014/main" id="{43B44CF8-6DA3-678F-607D-C7351E6C260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2345593" y="3937056"/>
            <a:ext cx="404205" cy="404205"/>
          </a:xfrm>
          <a:prstGeom prst="rect">
            <a:avLst/>
          </a:prstGeom>
        </p:spPr>
      </p:pic>
      <p:grpSp>
        <p:nvGrpSpPr>
          <p:cNvPr id="31" name="Group 30">
            <a:extLst>
              <a:ext uri="{FF2B5EF4-FFF2-40B4-BE49-F238E27FC236}">
                <a16:creationId xmlns:a16="http://schemas.microsoft.com/office/drawing/2014/main" id="{577DB995-FDDA-9B25-24C0-E0E8234B657C}"/>
              </a:ext>
            </a:extLst>
          </p:cNvPr>
          <p:cNvGrpSpPr/>
          <p:nvPr userDrawn="1"/>
        </p:nvGrpSpPr>
        <p:grpSpPr>
          <a:xfrm>
            <a:off x="10262377" y="498475"/>
            <a:ext cx="1929623" cy="356658"/>
            <a:chOff x="10262377" y="498475"/>
            <a:chExt cx="1929623" cy="356658"/>
          </a:xfrm>
        </p:grpSpPr>
        <p:sp>
          <p:nvSpPr>
            <p:cNvPr id="32" name="TextBox 31">
              <a:extLst>
                <a:ext uri="{FF2B5EF4-FFF2-40B4-BE49-F238E27FC236}">
                  <a16:creationId xmlns:a16="http://schemas.microsoft.com/office/drawing/2014/main" id="{6CF1A53B-53BE-0B92-D7A3-18DC63116FC9}"/>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33" name="Straight Connector 32">
              <a:extLst>
                <a:ext uri="{FF2B5EF4-FFF2-40B4-BE49-F238E27FC236}">
                  <a16:creationId xmlns:a16="http://schemas.microsoft.com/office/drawing/2014/main" id="{72EF08FA-3A93-2AD8-E9C6-302419163755}"/>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9977B850-5CA9-47D9-0544-433EADD1ACCC}"/>
                </a:ext>
              </a:extLst>
            </p:cNvPr>
            <p:cNvPicPr>
              <a:picLocks noChangeAspect="1"/>
            </p:cNvPicPr>
            <p:nvPr userDrawn="1"/>
          </p:nvPicPr>
          <p:blipFill>
            <a:blip>
              <a:extLst>
                <a:ext uri="{96DAC541-7B7A-43D3-8B79-37D633B846F1}">
                  <asvg:svgBlip xmlns:asvg="http://schemas.microsoft.com/office/drawing/2016/SVG/main" r:embed="rId1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4892607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152527D5-7D06-9B32-BFF1-A90AFB182B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998478" y="1456388"/>
            <a:ext cx="5249471"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dirty="0"/>
              <a:t>Title slide text only</a:t>
            </a:r>
            <a:endParaRPr lang="en-US" dirty="0"/>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pic>
        <p:nvPicPr>
          <p:cNvPr id="9" name="Graphic 8">
            <a:extLst>
              <a:ext uri="{FF2B5EF4-FFF2-40B4-BE49-F238E27FC236}">
                <a16:creationId xmlns:a16="http://schemas.microsoft.com/office/drawing/2014/main" id="{AA9325F0-DADC-43A7-A4FF-97033BB2202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Tree>
    <p:extLst>
      <p:ext uri="{BB962C8B-B14F-4D97-AF65-F5344CB8AC3E}">
        <p14:creationId xmlns:p14="http://schemas.microsoft.com/office/powerpoint/2010/main" val="34049225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362213592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5_TITLE SLIDE Left Horizontal Window_KPMG Blue">
    <p:bg>
      <p:bgRef idx="1001">
        <a:schemeClr val="bg1"/>
      </p:bgRef>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DC073081-5CD3-BD0D-28EF-1E7D6D4959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684"/>
            <a:ext cx="12192000" cy="6844632"/>
          </a:xfrm>
          <a:prstGeom prst="rect">
            <a:avLst/>
          </a:prstGeom>
          <a:blipFill>
            <a:blip r:embed="rId3"/>
            <a:stretch>
              <a:fillRect/>
            </a:stretch>
          </a:blipFill>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82661" y="4430684"/>
            <a:ext cx="1239635" cy="1446241"/>
          </a:xfrm>
          <a:prstGeom prst="rect">
            <a:avLst/>
          </a:prstGeom>
        </p:spPr>
      </p:pic>
      <p:sp>
        <p:nvSpPr>
          <p:cNvPr id="13" name="Estrella: 4 puntas 12">
            <a:extLst>
              <a:ext uri="{FF2B5EF4-FFF2-40B4-BE49-F238E27FC236}">
                <a16:creationId xmlns:a16="http://schemas.microsoft.com/office/drawing/2014/main" id="{752D9288-B946-9238-4463-82E617F20174}"/>
              </a:ext>
            </a:extLst>
          </p:cNvPr>
          <p:cNvSpPr/>
          <p:nvPr userDrawn="1"/>
        </p:nvSpPr>
        <p:spPr>
          <a:xfrm>
            <a:off x="11444288" y="6115050"/>
            <a:ext cx="495300" cy="488155"/>
          </a:xfrm>
          <a:prstGeom prst="star4">
            <a:avLst>
              <a:gd name="adj" fmla="val 26179"/>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s-ES" sz="1500" err="1">
              <a:solidFill>
                <a:schemeClr val="bg1"/>
              </a:solidFill>
            </a:endParaRPr>
          </a:p>
        </p:txBody>
      </p:sp>
    </p:spTree>
    <p:extLst>
      <p:ext uri="{BB962C8B-B14F-4D97-AF65-F5344CB8AC3E}">
        <p14:creationId xmlns:p14="http://schemas.microsoft.com/office/powerpoint/2010/main" val="1900226494"/>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2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2938309443"/>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3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624569209"/>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_TITLE SLIDE Left Horizontal Window_KPMG Blue">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FED661-3479-5CEC-64DA-71D58C5474D4}"/>
              </a:ext>
            </a:extLst>
          </p:cNvPr>
          <p:cNvPicPr>
            <a:picLocks noChangeAspect="1"/>
          </p:cNvPicPr>
          <p:nvPr userDrawn="1"/>
        </p:nvPicPr>
        <p:blipFill>
          <a:blip r:embed="rId2">
            <a:extLst>
              <a:ext uri="{28A0092B-C50C-407E-A947-70E740481C1C}">
                <a14:useLocalDpi xmlns:a14="http://schemas.microsoft.com/office/drawing/2010/main"/>
              </a:ext>
            </a:extLst>
          </a:blip>
          <a:srcRect t="11" b="11"/>
          <a:stretch/>
        </p:blipFill>
        <p:spPr>
          <a:xfrm>
            <a:off x="0" y="-1"/>
            <a:ext cx="12191999" cy="6856461"/>
          </a:xfrm>
          <a:prstGeom prst="rect">
            <a:avLst/>
          </a:prstGeom>
        </p:spPr>
      </p:pic>
      <p:sp>
        <p:nvSpPr>
          <p:cNvPr id="5" name="Title 1">
            <a:extLst>
              <a:ext uri="{FF2B5EF4-FFF2-40B4-BE49-F238E27FC236}">
                <a16:creationId xmlns:a16="http://schemas.microsoft.com/office/drawing/2014/main" id="{89C40AD4-8484-E1F0-7C59-31D2B4703061}"/>
              </a:ext>
            </a:extLst>
          </p:cNvPr>
          <p:cNvSpPr>
            <a:spLocks noGrp="1"/>
          </p:cNvSpPr>
          <p:nvPr>
            <p:ph type="ctrTitle" hasCustomPrompt="1"/>
          </p:nvPr>
        </p:nvSpPr>
        <p:spPr>
          <a:xfrm>
            <a:off x="982663" y="1331778"/>
            <a:ext cx="6094139" cy="1621349"/>
          </a:xfrm>
          <a:noFill/>
          <a:ln w="3175">
            <a:noFill/>
            <a:prstDash val="lgDash"/>
          </a:ln>
        </p:spPr>
        <p:txBody>
          <a:bodyPr lIns="0" tIns="0" rIns="0" bIns="0" anchor="t" anchorCtr="0">
            <a:noAutofit/>
          </a:bodyPr>
          <a:lstStyle>
            <a:lvl1pPr algn="l">
              <a:defRPr sz="8000" baseline="0">
                <a:solidFill>
                  <a:schemeClr val="bg1"/>
                </a:solidFill>
              </a:defRPr>
            </a:lvl1pPr>
          </a:lstStyle>
          <a:p>
            <a:r>
              <a:rPr lang="en-GB"/>
              <a:t>Title slide text only</a:t>
            </a:r>
            <a:endParaRPr lang="en-US"/>
          </a:p>
        </p:txBody>
      </p:sp>
      <p:sp>
        <p:nvSpPr>
          <p:cNvPr id="7" name="Freeform 19">
            <a:extLst>
              <a:ext uri="{FF2B5EF4-FFF2-40B4-BE49-F238E27FC236}">
                <a16:creationId xmlns:a16="http://schemas.microsoft.com/office/drawing/2014/main" id="{296D9701-9823-A983-EE30-1B63C43A8031}"/>
              </a:ext>
            </a:extLst>
          </p:cNvPr>
          <p:cNvSpPr>
            <a:spLocks noChangeAspect="1" noEditPoints="1"/>
          </p:cNvSpPr>
          <p:nvPr userDrawn="1"/>
        </p:nvSpPr>
        <p:spPr bwMode="auto">
          <a:xfrm>
            <a:off x="982662"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9" name="Freeform 19">
            <a:extLst>
              <a:ext uri="{FF2B5EF4-FFF2-40B4-BE49-F238E27FC236}">
                <a16:creationId xmlns:a16="http://schemas.microsoft.com/office/drawing/2014/main" id="{7BA76F65-F852-1CED-94EB-1611DEB6BA25}"/>
              </a:ext>
            </a:extLst>
          </p:cNvPr>
          <p:cNvSpPr>
            <a:spLocks noChangeAspect="1" noEditPoints="1"/>
          </p:cNvSpPr>
          <p:nvPr userDrawn="1"/>
        </p:nvSpPr>
        <p:spPr bwMode="auto">
          <a:xfrm>
            <a:off x="982662"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10" name="Text Placeholder 3">
            <a:extLst>
              <a:ext uri="{FF2B5EF4-FFF2-40B4-BE49-F238E27FC236}">
                <a16:creationId xmlns:a16="http://schemas.microsoft.com/office/drawing/2014/main" id="{E954BD4F-83F0-0B56-1234-89ADBA48DC1B}"/>
              </a:ext>
            </a:extLst>
          </p:cNvPr>
          <p:cNvSpPr>
            <a:spLocks noGrp="1"/>
          </p:cNvSpPr>
          <p:nvPr>
            <p:ph type="body" sz="quarter" idx="11"/>
          </p:nvPr>
        </p:nvSpPr>
        <p:spPr>
          <a:xfrm>
            <a:off x="982662" y="3247719"/>
            <a:ext cx="3796695" cy="440343"/>
          </a:xfrm>
          <a:ln w="3175">
            <a:noFill/>
            <a:prstDash val="lgDash"/>
          </a:ln>
        </p:spPr>
        <p:txBody>
          <a:bodyPr wrap="square" anchor="t">
            <a:noAutofit/>
          </a:bodyPr>
          <a:lstStyle>
            <a:lvl1pPr>
              <a:spcAft>
                <a:spcPts val="0"/>
              </a:spcAft>
              <a:defRPr sz="1200">
                <a:solidFill>
                  <a:schemeClr val="bg1"/>
                </a:solidFill>
              </a:defRPr>
            </a:lvl1pPr>
            <a:lvl2pPr>
              <a:spcAft>
                <a:spcPts val="0"/>
              </a:spcAft>
              <a:defRPr sz="12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1" name="Graphic 10">
            <a:extLst>
              <a:ext uri="{FF2B5EF4-FFF2-40B4-BE49-F238E27FC236}">
                <a16:creationId xmlns:a16="http://schemas.microsoft.com/office/drawing/2014/main" id="{E8CAC4CB-1C45-4908-FC05-FA65FDE71E1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2662" y="371311"/>
            <a:ext cx="914400" cy="368346"/>
          </a:xfrm>
          <a:prstGeom prst="rect">
            <a:avLst/>
          </a:prstGeom>
        </p:spPr>
      </p:pic>
      <p:pic>
        <p:nvPicPr>
          <p:cNvPr id="12" name="Graphic 11">
            <a:extLst>
              <a:ext uri="{FF2B5EF4-FFF2-40B4-BE49-F238E27FC236}">
                <a16:creationId xmlns:a16="http://schemas.microsoft.com/office/drawing/2014/main" id="{4296C837-33C9-9409-35C2-C24B773DAF4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82661" y="4430684"/>
            <a:ext cx="1239635" cy="1446241"/>
          </a:xfrm>
          <a:prstGeom prst="rect">
            <a:avLst/>
          </a:prstGeom>
        </p:spPr>
      </p:pic>
    </p:spTree>
    <p:extLst>
      <p:ext uri="{BB962C8B-B14F-4D97-AF65-F5344CB8AC3E}">
        <p14:creationId xmlns:p14="http://schemas.microsoft.com/office/powerpoint/2010/main" val="3743046944"/>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CB44795-849A-41CE-8B25-0DE9EB09F9B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
        <p:nvSpPr>
          <p:cNvPr id="16" name="Rectangle 15">
            <a:extLst>
              <a:ext uri="{FF2B5EF4-FFF2-40B4-BE49-F238E27FC236}">
                <a16:creationId xmlns:a16="http://schemas.microsoft.com/office/drawing/2014/main" id="{7F73FA8F-86B4-4B38-9318-B211F1BBAFEB}"/>
              </a:ext>
              <a:ext uri="{C183D7F6-B498-43B3-948B-1728B52AA6E4}">
                <adec:decorative xmlns:adec="http://schemas.microsoft.com/office/drawing/2017/decorative" val="1"/>
              </a:ext>
            </a:extLst>
          </p:cNvPr>
          <p:cNvSpPr>
            <a:spLocks noChangeAspect="1"/>
          </p:cNvSpPr>
          <p:nvPr userDrawn="1"/>
        </p:nvSpPr>
        <p:spPr>
          <a:xfrm>
            <a:off x="998476" y="1470479"/>
            <a:ext cx="3053689" cy="4410949"/>
          </a:xfrm>
          <a:prstGeom prst="rect">
            <a:avLst/>
          </a:prstGeom>
          <a:gradFill>
            <a:gsLst>
              <a:gs pos="100000">
                <a:srgbClr val="00B8F5"/>
              </a:gs>
              <a:gs pos="0">
                <a:srgbClr val="1E49E2"/>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255713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9F2B47DB-768D-47AE-9D19-E74198AD42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8476" y="371311"/>
            <a:ext cx="914400" cy="368346"/>
          </a:xfrm>
          <a:prstGeom prst="rect">
            <a:avLst/>
          </a:prstGeom>
        </p:spPr>
      </p:pic>
      <p:sp>
        <p:nvSpPr>
          <p:cNvPr id="4" name="Rectangle 3">
            <a:extLst>
              <a:ext uri="{FF2B5EF4-FFF2-40B4-BE49-F238E27FC236}">
                <a16:creationId xmlns:a16="http://schemas.microsoft.com/office/drawing/2014/main" id="{1E96C774-8B31-4EC8-BF6C-ACF71C2F0C15}"/>
              </a:ext>
              <a:ext uri="{C183D7F6-B498-43B3-948B-1728B52AA6E4}">
                <adec:decorative xmlns:adec="http://schemas.microsoft.com/office/drawing/2017/decorative" val="1"/>
              </a:ext>
            </a:extLst>
          </p:cNvPr>
          <p:cNvSpPr>
            <a:spLocks noChangeAspect="1"/>
          </p:cNvSpPr>
          <p:nvPr userDrawn="1"/>
        </p:nvSpPr>
        <p:spPr>
          <a:xfrm>
            <a:off x="3405716" y="371311"/>
            <a:ext cx="7794097" cy="5414065"/>
          </a:xfrm>
          <a:prstGeom prst="rect">
            <a:avLst/>
          </a:prstGeom>
          <a:gradFill>
            <a:gsLst>
              <a:gs pos="100000">
                <a:srgbClr val="1E49E2"/>
              </a:gs>
              <a:gs pos="0">
                <a:srgbClr val="00338D"/>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7915028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grpSp>
        <p:nvGrpSpPr>
          <p:cNvPr id="8" name="Group 7">
            <a:extLst>
              <a:ext uri="{FF2B5EF4-FFF2-40B4-BE49-F238E27FC236}">
                <a16:creationId xmlns:a16="http://schemas.microsoft.com/office/drawing/2014/main" id="{A4D31055-F3AD-3C6B-67D8-0052CD662BE5}"/>
              </a:ext>
            </a:extLst>
          </p:cNvPr>
          <p:cNvGrpSpPr/>
          <p:nvPr userDrawn="1"/>
        </p:nvGrpSpPr>
        <p:grpSpPr>
          <a:xfrm>
            <a:off x="10134537" y="431800"/>
            <a:ext cx="2057463" cy="463550"/>
            <a:chOff x="10134537" y="431800"/>
            <a:chExt cx="2057463" cy="463550"/>
          </a:xfrm>
        </p:grpSpPr>
        <p:sp>
          <p:nvSpPr>
            <p:cNvPr id="4" name="Rectangle: Rounded Corners 103">
              <a:extLst>
                <a:ext uri="{FF2B5EF4-FFF2-40B4-BE49-F238E27FC236}">
                  <a16:creationId xmlns:a16="http://schemas.microsoft.com/office/drawing/2014/main" id="{E8612E3A-C696-BAA9-1E83-637E5E6B80FB}"/>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5" name="TextBox 4">
              <a:extLst>
                <a:ext uri="{FF2B5EF4-FFF2-40B4-BE49-F238E27FC236}">
                  <a16:creationId xmlns:a16="http://schemas.microsoft.com/office/drawing/2014/main" id="{FCE9E007-C378-2E5F-3BD1-0E3B201192AF}"/>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6" name="Straight Connector 5">
              <a:extLst>
                <a:ext uri="{FF2B5EF4-FFF2-40B4-BE49-F238E27FC236}">
                  <a16:creationId xmlns:a16="http://schemas.microsoft.com/office/drawing/2014/main" id="{09B8D0A2-671E-E743-E4EF-835EB69ADB65}"/>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15487337-0A54-D020-B5A2-BB8A9B10CD9B}"/>
                </a:ext>
              </a:extLst>
            </p:cNvPr>
            <p:cNvPicPr>
              <a:picLocks noChangeAspect="1"/>
            </p:cNvPicPr>
            <p:nvPr userDrawn="1"/>
          </p:nvPicPr>
          <p:blipFill>
            <a:blip>
              <a:extLst>
                <a:ext uri="{96DAC541-7B7A-43D3-8B79-37D633B846F1}">
                  <asvg:svgBlip xmlns:asvg="http://schemas.microsoft.com/office/drawing/2016/SVG/main" r:embed="rId2"/>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5359459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258618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9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t="1" r="34" b="66754"/>
          <a:stretch>
            <a:fillRect/>
          </a:stretch>
        </p:blipFill>
        <p:spPr>
          <a:xfrm>
            <a:off x="0" y="0"/>
            <a:ext cx="12192000" cy="2311233"/>
          </a:xfrm>
          <a:prstGeom prst="rect">
            <a:avLst/>
          </a:prstGeom>
        </p:spPr>
      </p:pic>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 name="TextBox 1">
            <a:extLst>
              <a:ext uri="{FF2B5EF4-FFF2-40B4-BE49-F238E27FC236}">
                <a16:creationId xmlns:a16="http://schemas.microsoft.com/office/drawing/2014/main" id="{9BAE9CB4-AFDD-BFBA-83CD-6015E6D26907}"/>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3" name="Shape 8">
            <a:extLst>
              <a:ext uri="{FF2B5EF4-FFF2-40B4-BE49-F238E27FC236}">
                <a16:creationId xmlns:a16="http://schemas.microsoft.com/office/drawing/2014/main" id="{5D95508A-04D1-5F3E-7DC2-46ACCF239636}"/>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1" name="Straight Connector 10">
            <a:extLst>
              <a:ext uri="{FF2B5EF4-FFF2-40B4-BE49-F238E27FC236}">
                <a16:creationId xmlns:a16="http://schemas.microsoft.com/office/drawing/2014/main" id="{B2076972-E32E-2CB3-302E-61E39B9070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Graphic 8">
            <a:extLst>
              <a:ext uri="{FF2B5EF4-FFF2-40B4-BE49-F238E27FC236}">
                <a16:creationId xmlns:a16="http://schemas.microsoft.com/office/drawing/2014/main" id="{9DE07488-DCD2-B106-8F72-99361FFAB1A7}"/>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00585829-7998-D088-4150-97BAE3C4ED3D}"/>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sp>
        <p:nvSpPr>
          <p:cNvPr id="17" name="TextBox 16">
            <a:extLst>
              <a:ext uri="{FF2B5EF4-FFF2-40B4-BE49-F238E27FC236}">
                <a16:creationId xmlns:a16="http://schemas.microsoft.com/office/drawing/2014/main" id="{075C2010-61DC-7DBA-A2D8-14A6B8C72E3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8" name="Straight Connector 17">
            <a:extLst>
              <a:ext uri="{FF2B5EF4-FFF2-40B4-BE49-F238E27FC236}">
                <a16:creationId xmlns:a16="http://schemas.microsoft.com/office/drawing/2014/main" id="{1893CF8B-B8AD-6BE5-9A3F-810FF35BB799}"/>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EDBAD3B4-18CA-B103-0EAB-D48BC035D53F}"/>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17606352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0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t="1" r="34" b="66754"/>
          <a:stretch>
            <a:fillRect/>
          </a:stretch>
        </p:blipFill>
        <p:spPr>
          <a:xfrm>
            <a:off x="0" y="1"/>
            <a:ext cx="12192000" cy="1233996"/>
          </a:xfrm>
          <a:prstGeom prst="rect">
            <a:avLst/>
          </a:prstGeom>
        </p:spPr>
      </p:pic>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 name="TextBox 1">
            <a:extLst>
              <a:ext uri="{FF2B5EF4-FFF2-40B4-BE49-F238E27FC236}">
                <a16:creationId xmlns:a16="http://schemas.microsoft.com/office/drawing/2014/main" id="{9BAE9CB4-AFDD-BFBA-83CD-6015E6D26907}"/>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3" name="Shape 8">
            <a:extLst>
              <a:ext uri="{FF2B5EF4-FFF2-40B4-BE49-F238E27FC236}">
                <a16:creationId xmlns:a16="http://schemas.microsoft.com/office/drawing/2014/main" id="{5D95508A-04D1-5F3E-7DC2-46ACCF239636}"/>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1" name="Straight Connector 10">
            <a:extLst>
              <a:ext uri="{FF2B5EF4-FFF2-40B4-BE49-F238E27FC236}">
                <a16:creationId xmlns:a16="http://schemas.microsoft.com/office/drawing/2014/main" id="{B2076972-E32E-2CB3-302E-61E39B9070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Graphic 8">
            <a:extLst>
              <a:ext uri="{FF2B5EF4-FFF2-40B4-BE49-F238E27FC236}">
                <a16:creationId xmlns:a16="http://schemas.microsoft.com/office/drawing/2014/main" id="{9DE07488-DCD2-B106-8F72-99361FFAB1A7}"/>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00585829-7998-D088-4150-97BAE3C4ED3D}"/>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sp>
        <p:nvSpPr>
          <p:cNvPr id="17" name="TextBox 16">
            <a:extLst>
              <a:ext uri="{FF2B5EF4-FFF2-40B4-BE49-F238E27FC236}">
                <a16:creationId xmlns:a16="http://schemas.microsoft.com/office/drawing/2014/main" id="{075C2010-61DC-7DBA-A2D8-14A6B8C72E3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8" name="Straight Connector 17">
            <a:extLst>
              <a:ext uri="{FF2B5EF4-FFF2-40B4-BE49-F238E27FC236}">
                <a16:creationId xmlns:a16="http://schemas.microsoft.com/office/drawing/2014/main" id="{1893CF8B-B8AD-6BE5-9A3F-810FF35BB799}"/>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EDBAD3B4-18CA-B103-0EAB-D48BC035D53F}"/>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34781663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8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r="34" b="50677"/>
          <a:stretch>
            <a:fillRect/>
          </a:stretch>
        </p:blipFill>
        <p:spPr>
          <a:xfrm>
            <a:off x="0" y="0"/>
            <a:ext cx="12192000" cy="3429000"/>
          </a:xfrm>
          <a:prstGeom prst="rect">
            <a:avLst/>
          </a:prstGeom>
        </p:spPr>
      </p:pic>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 name="TextBox 1">
            <a:extLst>
              <a:ext uri="{FF2B5EF4-FFF2-40B4-BE49-F238E27FC236}">
                <a16:creationId xmlns:a16="http://schemas.microsoft.com/office/drawing/2014/main" id="{9BAE9CB4-AFDD-BFBA-83CD-6015E6D26907}"/>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3" name="Shape 8">
            <a:extLst>
              <a:ext uri="{FF2B5EF4-FFF2-40B4-BE49-F238E27FC236}">
                <a16:creationId xmlns:a16="http://schemas.microsoft.com/office/drawing/2014/main" id="{5D95508A-04D1-5F3E-7DC2-46ACCF239636}"/>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1" name="Straight Connector 10">
            <a:extLst>
              <a:ext uri="{FF2B5EF4-FFF2-40B4-BE49-F238E27FC236}">
                <a16:creationId xmlns:a16="http://schemas.microsoft.com/office/drawing/2014/main" id="{B2076972-E32E-2CB3-302E-61E39B9070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Graphic 8">
            <a:extLst>
              <a:ext uri="{FF2B5EF4-FFF2-40B4-BE49-F238E27FC236}">
                <a16:creationId xmlns:a16="http://schemas.microsoft.com/office/drawing/2014/main" id="{9DE07488-DCD2-B106-8F72-99361FFAB1A7}"/>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00585829-7998-D088-4150-97BAE3C4ED3D}"/>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sp>
        <p:nvSpPr>
          <p:cNvPr id="17" name="TextBox 16">
            <a:extLst>
              <a:ext uri="{FF2B5EF4-FFF2-40B4-BE49-F238E27FC236}">
                <a16:creationId xmlns:a16="http://schemas.microsoft.com/office/drawing/2014/main" id="{075C2010-61DC-7DBA-A2D8-14A6B8C72E3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8" name="Straight Connector 17">
            <a:extLst>
              <a:ext uri="{FF2B5EF4-FFF2-40B4-BE49-F238E27FC236}">
                <a16:creationId xmlns:a16="http://schemas.microsoft.com/office/drawing/2014/main" id="{1893CF8B-B8AD-6BE5-9A3F-810FF35BB799}"/>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EDBAD3B4-18CA-B103-0EAB-D48BC035D53F}"/>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366703646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2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b="66744"/>
          <a:stretch>
            <a:fillRect/>
          </a:stretch>
        </p:blipFill>
        <p:spPr>
          <a:xfrm>
            <a:off x="0" y="0"/>
            <a:ext cx="12192000" cy="2311233"/>
          </a:xfrm>
          <a:prstGeom prst="rect">
            <a:avLst/>
          </a:prstGeom>
        </p:spPr>
      </p:pic>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 name="TextBox 1">
            <a:extLst>
              <a:ext uri="{FF2B5EF4-FFF2-40B4-BE49-F238E27FC236}">
                <a16:creationId xmlns:a16="http://schemas.microsoft.com/office/drawing/2014/main" id="{9BAE9CB4-AFDD-BFBA-83CD-6015E6D26907}"/>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3" name="Shape 8">
            <a:extLst>
              <a:ext uri="{FF2B5EF4-FFF2-40B4-BE49-F238E27FC236}">
                <a16:creationId xmlns:a16="http://schemas.microsoft.com/office/drawing/2014/main" id="{5D95508A-04D1-5F3E-7DC2-46ACCF239636}"/>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1" name="Straight Connector 10">
            <a:extLst>
              <a:ext uri="{FF2B5EF4-FFF2-40B4-BE49-F238E27FC236}">
                <a16:creationId xmlns:a16="http://schemas.microsoft.com/office/drawing/2014/main" id="{B2076972-E32E-2CB3-302E-61E39B9070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Graphic 8">
            <a:extLst>
              <a:ext uri="{FF2B5EF4-FFF2-40B4-BE49-F238E27FC236}">
                <a16:creationId xmlns:a16="http://schemas.microsoft.com/office/drawing/2014/main" id="{9DE07488-DCD2-B106-8F72-99361FFAB1A7}"/>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00585829-7998-D088-4150-97BAE3C4ED3D}"/>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sp>
        <p:nvSpPr>
          <p:cNvPr id="17" name="TextBox 16">
            <a:extLst>
              <a:ext uri="{FF2B5EF4-FFF2-40B4-BE49-F238E27FC236}">
                <a16:creationId xmlns:a16="http://schemas.microsoft.com/office/drawing/2014/main" id="{075C2010-61DC-7DBA-A2D8-14A6B8C72E3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8" name="Straight Connector 17">
            <a:extLst>
              <a:ext uri="{FF2B5EF4-FFF2-40B4-BE49-F238E27FC236}">
                <a16:creationId xmlns:a16="http://schemas.microsoft.com/office/drawing/2014/main" id="{1893CF8B-B8AD-6BE5-9A3F-810FF35BB799}"/>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c 18">
            <a:extLst>
              <a:ext uri="{FF2B5EF4-FFF2-40B4-BE49-F238E27FC236}">
                <a16:creationId xmlns:a16="http://schemas.microsoft.com/office/drawing/2014/main" id="{EDBAD3B4-18CA-B103-0EAB-D48BC035D53F}"/>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24348235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02EF0F5-E70A-33B4-8A3E-E6ACF508A7B3}"/>
              </a:ext>
            </a:extLst>
          </p:cNvPr>
          <p:cNvSpPr/>
          <p:nvPr userDrawn="1"/>
        </p:nvSpPr>
        <p:spPr>
          <a:xfrm>
            <a:off x="1" y="0"/>
            <a:ext cx="3695700" cy="6858000"/>
          </a:xfrm>
          <a:prstGeom prst="rect">
            <a:avLst/>
          </a:prstGeom>
          <a:gradFill>
            <a:gsLst>
              <a:gs pos="100000">
                <a:schemeClr val="accent2"/>
              </a:gs>
              <a:gs pos="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IN" sz="1500" err="1">
              <a:solidFill>
                <a:schemeClr val="bg1"/>
              </a:solidFill>
            </a:endParaRP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1003200" y="431800"/>
            <a:ext cx="2692501" cy="533400"/>
          </a:xfrm>
        </p:spPr>
        <p:txBody>
          <a:bodyPr/>
          <a:lstStyle/>
          <a:p>
            <a:r>
              <a:rPr lang="en-US"/>
              <a:t>Click to edit Master title style</a:t>
            </a:r>
            <a:endParaRPr lang="en-GB"/>
          </a:p>
        </p:txBody>
      </p:sp>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grpSp>
        <p:nvGrpSpPr>
          <p:cNvPr id="19" name="Group 18">
            <a:extLst>
              <a:ext uri="{FF2B5EF4-FFF2-40B4-BE49-F238E27FC236}">
                <a16:creationId xmlns:a16="http://schemas.microsoft.com/office/drawing/2014/main" id="{083F98CC-F285-3DAC-D2B4-EEB11ACA286B}"/>
              </a:ext>
            </a:extLst>
          </p:cNvPr>
          <p:cNvGrpSpPr/>
          <p:nvPr userDrawn="1"/>
        </p:nvGrpSpPr>
        <p:grpSpPr>
          <a:xfrm>
            <a:off x="10134537" y="431800"/>
            <a:ext cx="2057463" cy="463550"/>
            <a:chOff x="10134537" y="431800"/>
            <a:chExt cx="2057463" cy="463550"/>
          </a:xfrm>
        </p:grpSpPr>
        <p:sp>
          <p:nvSpPr>
            <p:cNvPr id="20" name="Rectangle: Rounded Corners 103">
              <a:extLst>
                <a:ext uri="{FF2B5EF4-FFF2-40B4-BE49-F238E27FC236}">
                  <a16:creationId xmlns:a16="http://schemas.microsoft.com/office/drawing/2014/main" id="{291123B4-4DD5-5604-EC54-731894CEA6FD}"/>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21" name="TextBox 20">
              <a:extLst>
                <a:ext uri="{FF2B5EF4-FFF2-40B4-BE49-F238E27FC236}">
                  <a16:creationId xmlns:a16="http://schemas.microsoft.com/office/drawing/2014/main" id="{F29D4C0F-4D3B-0C2C-8BF9-46ED2B6D08E5}"/>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C7BE3141-FB06-1DD2-67C5-10128D1B4F8A}"/>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A9EABE4C-566F-03AF-EAA7-81FE93C6A8B8}"/>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7668930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0_Title Only">
    <p:spTree>
      <p:nvGrpSpPr>
        <p:cNvPr id="1" name=""/>
        <p:cNvGrpSpPr/>
        <p:nvPr/>
      </p:nvGrpSpPr>
      <p:grpSpPr>
        <a:xfrm>
          <a:off x="0" y="0"/>
          <a:ext cx="0" cy="0"/>
          <a:chOff x="0" y="0"/>
          <a:chExt cx="0" cy="0"/>
        </a:xfrm>
      </p:grpSpPr>
      <p:pic>
        <p:nvPicPr>
          <p:cNvPr id="2" name="Picture 1" descr="A blue background with white lines&#10;&#10;AI-generated content may be incorrect.">
            <a:extLst>
              <a:ext uri="{FF2B5EF4-FFF2-40B4-BE49-F238E27FC236}">
                <a16:creationId xmlns:a16="http://schemas.microsoft.com/office/drawing/2014/main" id="{7ECB49E8-9C70-FB1B-D5DE-5210AF77634B}"/>
              </a:ext>
            </a:extLst>
          </p:cNvPr>
          <p:cNvPicPr>
            <a:picLocks noChangeAspect="1"/>
          </p:cNvPicPr>
          <p:nvPr userDrawn="1"/>
        </p:nvPicPr>
        <p:blipFill>
          <a:blip r:embed="rId4" cstate="screen">
            <a:extLst>
              <a:ext uri="{28A0092B-C50C-407E-A947-70E740481C1C}">
                <a14:useLocalDpi xmlns:a14="http://schemas.microsoft.com/office/drawing/2010/main"/>
              </a:ext>
            </a:extLst>
          </a:blip>
          <a:srcRect r="62743"/>
          <a:stretch>
            <a:fillRect/>
          </a:stretch>
        </p:blipFill>
        <p:spPr>
          <a:xfrm>
            <a:off x="0" y="0"/>
            <a:ext cx="5024754" cy="6858000"/>
          </a:xfrm>
          <a:prstGeom prst="rect">
            <a:avLst/>
          </a:prstGeom>
        </p:spPr>
      </p:pic>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grpSp>
        <p:nvGrpSpPr>
          <p:cNvPr id="28" name="Group 27">
            <a:extLst>
              <a:ext uri="{FF2B5EF4-FFF2-40B4-BE49-F238E27FC236}">
                <a16:creationId xmlns:a16="http://schemas.microsoft.com/office/drawing/2014/main" id="{D0679488-6B2C-46A6-6CEE-05AC0F9DC4C1}"/>
              </a:ext>
            </a:extLst>
          </p:cNvPr>
          <p:cNvGrpSpPr/>
          <p:nvPr userDrawn="1"/>
        </p:nvGrpSpPr>
        <p:grpSpPr>
          <a:xfrm>
            <a:off x="10134537" y="431800"/>
            <a:ext cx="2057463" cy="463550"/>
            <a:chOff x="10134537" y="431800"/>
            <a:chExt cx="2057463" cy="463550"/>
          </a:xfrm>
        </p:grpSpPr>
        <p:sp>
          <p:nvSpPr>
            <p:cNvPr id="29" name="Rectangle: Rounded Corners 103">
              <a:extLst>
                <a:ext uri="{FF2B5EF4-FFF2-40B4-BE49-F238E27FC236}">
                  <a16:creationId xmlns:a16="http://schemas.microsoft.com/office/drawing/2014/main" id="{26CF5FB4-4BC9-71D6-1F27-544EDC5D5C03}"/>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30" name="TextBox 29">
              <a:extLst>
                <a:ext uri="{FF2B5EF4-FFF2-40B4-BE49-F238E27FC236}">
                  <a16:creationId xmlns:a16="http://schemas.microsoft.com/office/drawing/2014/main" id="{9CEE5B91-3E6D-50D0-05F8-76A5009AD606}"/>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31" name="Straight Connector 30">
              <a:extLst>
                <a:ext uri="{FF2B5EF4-FFF2-40B4-BE49-F238E27FC236}">
                  <a16:creationId xmlns:a16="http://schemas.microsoft.com/office/drawing/2014/main" id="{0777F567-1507-DA1C-FED0-15C19E5BD441}"/>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2" name="Graphic 31">
              <a:extLst>
                <a:ext uri="{FF2B5EF4-FFF2-40B4-BE49-F238E27FC236}">
                  <a16:creationId xmlns:a16="http://schemas.microsoft.com/office/drawing/2014/main" id="{F046F467-1026-D3E3-F071-9AD18E08B325}"/>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4505961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5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r="49331"/>
          <a:stretch>
            <a:fillRect/>
          </a:stretch>
        </p:blipFill>
        <p:spPr>
          <a:xfrm>
            <a:off x="0" y="0"/>
            <a:ext cx="6095996" cy="6858000"/>
          </a:xfrm>
          <a:prstGeom prst="rect">
            <a:avLst/>
          </a:prstGeom>
        </p:spPr>
      </p:pic>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1003200" y="431800"/>
            <a:ext cx="2692501" cy="533400"/>
          </a:xfrm>
        </p:spPr>
        <p:txBody>
          <a:bodyPr/>
          <a:lstStyle>
            <a:lvl1pPr>
              <a:defRPr>
                <a:solidFill>
                  <a:schemeClr val="bg1"/>
                </a:solidFill>
              </a:defRPr>
            </a:lvl1pPr>
          </a:lstStyle>
          <a:p>
            <a:r>
              <a:rPr lang="en-US"/>
              <a:t>Click to edit Master title style</a:t>
            </a:r>
            <a:endParaRPr lang="en-GB"/>
          </a:p>
        </p:txBody>
      </p:sp>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grpSp>
        <p:nvGrpSpPr>
          <p:cNvPr id="19" name="Group 18">
            <a:extLst>
              <a:ext uri="{FF2B5EF4-FFF2-40B4-BE49-F238E27FC236}">
                <a16:creationId xmlns:a16="http://schemas.microsoft.com/office/drawing/2014/main" id="{E39DD777-3C45-FC2E-4557-FBB743DE57C4}"/>
              </a:ext>
            </a:extLst>
          </p:cNvPr>
          <p:cNvGrpSpPr/>
          <p:nvPr userDrawn="1"/>
        </p:nvGrpSpPr>
        <p:grpSpPr>
          <a:xfrm>
            <a:off x="10134537" y="431800"/>
            <a:ext cx="2057463" cy="463550"/>
            <a:chOff x="10134537" y="431800"/>
            <a:chExt cx="2057463" cy="463550"/>
          </a:xfrm>
        </p:grpSpPr>
        <p:sp>
          <p:nvSpPr>
            <p:cNvPr id="20" name="Rectangle: Rounded Corners 103">
              <a:extLst>
                <a:ext uri="{FF2B5EF4-FFF2-40B4-BE49-F238E27FC236}">
                  <a16:creationId xmlns:a16="http://schemas.microsoft.com/office/drawing/2014/main" id="{AEE0DCA9-93FD-C28A-DD70-F34AE12846E7}"/>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21" name="TextBox 20">
              <a:extLst>
                <a:ext uri="{FF2B5EF4-FFF2-40B4-BE49-F238E27FC236}">
                  <a16:creationId xmlns:a16="http://schemas.microsoft.com/office/drawing/2014/main" id="{7E563B1C-41B6-529E-4C9C-DF9ED1305C42}"/>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34FCFCC5-CCE1-F430-F60A-D0038A39FB3A}"/>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5D70AE22-AA95-C446-F1F3-F884AFF9C4B4}"/>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44099005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9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l="-1" r="68128"/>
          <a:stretch>
            <a:fillRect/>
          </a:stretch>
        </p:blipFill>
        <p:spPr>
          <a:xfrm>
            <a:off x="0" y="0"/>
            <a:ext cx="3834577" cy="6858000"/>
          </a:xfrm>
          <a:prstGeom prst="rect">
            <a:avLst/>
          </a:prstGeom>
        </p:spPr>
      </p:pic>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1003200" y="431800"/>
            <a:ext cx="2692501" cy="533400"/>
          </a:xfrm>
        </p:spPr>
        <p:txBody>
          <a:bodyPr/>
          <a:lstStyle>
            <a:lvl1pPr>
              <a:defRPr>
                <a:solidFill>
                  <a:schemeClr val="bg1"/>
                </a:solidFill>
              </a:defRPr>
            </a:lvl1pPr>
          </a:lstStyle>
          <a:p>
            <a:r>
              <a:rPr lang="en-US"/>
              <a:t>Click to edit Master title style</a:t>
            </a:r>
            <a:endParaRPr lang="en-GB"/>
          </a:p>
        </p:txBody>
      </p:sp>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p>
        </p:txBody>
      </p:sp>
      <p:grpSp>
        <p:nvGrpSpPr>
          <p:cNvPr id="19" name="Group 18">
            <a:extLst>
              <a:ext uri="{FF2B5EF4-FFF2-40B4-BE49-F238E27FC236}">
                <a16:creationId xmlns:a16="http://schemas.microsoft.com/office/drawing/2014/main" id="{E39DD777-3C45-FC2E-4557-FBB743DE57C4}"/>
              </a:ext>
            </a:extLst>
          </p:cNvPr>
          <p:cNvGrpSpPr/>
          <p:nvPr userDrawn="1"/>
        </p:nvGrpSpPr>
        <p:grpSpPr>
          <a:xfrm>
            <a:off x="10134537" y="431800"/>
            <a:ext cx="2057463" cy="463550"/>
            <a:chOff x="10134537" y="431800"/>
            <a:chExt cx="2057463" cy="463550"/>
          </a:xfrm>
        </p:grpSpPr>
        <p:sp>
          <p:nvSpPr>
            <p:cNvPr id="20" name="Rectangle: Rounded Corners 103">
              <a:extLst>
                <a:ext uri="{FF2B5EF4-FFF2-40B4-BE49-F238E27FC236}">
                  <a16:creationId xmlns:a16="http://schemas.microsoft.com/office/drawing/2014/main" id="{AEE0DCA9-93FD-C28A-DD70-F34AE12846E7}"/>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21" name="TextBox 20">
              <a:extLst>
                <a:ext uri="{FF2B5EF4-FFF2-40B4-BE49-F238E27FC236}">
                  <a16:creationId xmlns:a16="http://schemas.microsoft.com/office/drawing/2014/main" id="{7E563B1C-41B6-529E-4C9C-DF9ED1305C42}"/>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34FCFCC5-CCE1-F430-F60A-D0038A39FB3A}"/>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5D70AE22-AA95-C446-F1F3-F884AFF9C4B4}"/>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75311638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3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r="49332"/>
          <a:stretch>
            <a:fillRect/>
          </a:stretch>
        </p:blipFill>
        <p:spPr>
          <a:xfrm>
            <a:off x="0" y="0"/>
            <a:ext cx="6095996" cy="6858000"/>
          </a:xfrm>
          <a:prstGeom prst="rect">
            <a:avLst/>
          </a:prstGeom>
        </p:spPr>
      </p:pic>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1003200" y="431800"/>
            <a:ext cx="2692501" cy="533400"/>
          </a:xfrm>
        </p:spPr>
        <p:txBody>
          <a:bodyPr/>
          <a:lstStyle>
            <a:lvl1pPr>
              <a:defRPr>
                <a:solidFill>
                  <a:schemeClr val="bg1"/>
                </a:solidFill>
              </a:defRPr>
            </a:lvl1pPr>
          </a:lstStyle>
          <a:p>
            <a:r>
              <a:rPr lang="en-US"/>
              <a:t>Click to edit Master title style</a:t>
            </a:r>
            <a:endParaRPr lang="en-GB"/>
          </a:p>
        </p:txBody>
      </p:sp>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grpSp>
        <p:nvGrpSpPr>
          <p:cNvPr id="19" name="Group 18">
            <a:extLst>
              <a:ext uri="{FF2B5EF4-FFF2-40B4-BE49-F238E27FC236}">
                <a16:creationId xmlns:a16="http://schemas.microsoft.com/office/drawing/2014/main" id="{E39DD777-3C45-FC2E-4557-FBB743DE57C4}"/>
              </a:ext>
            </a:extLst>
          </p:cNvPr>
          <p:cNvGrpSpPr/>
          <p:nvPr userDrawn="1"/>
        </p:nvGrpSpPr>
        <p:grpSpPr>
          <a:xfrm>
            <a:off x="10134537" y="431800"/>
            <a:ext cx="2057463" cy="463550"/>
            <a:chOff x="10134537" y="431800"/>
            <a:chExt cx="2057463" cy="463550"/>
          </a:xfrm>
        </p:grpSpPr>
        <p:sp>
          <p:nvSpPr>
            <p:cNvPr id="20" name="Rectangle: Rounded Corners 103">
              <a:extLst>
                <a:ext uri="{FF2B5EF4-FFF2-40B4-BE49-F238E27FC236}">
                  <a16:creationId xmlns:a16="http://schemas.microsoft.com/office/drawing/2014/main" id="{AEE0DCA9-93FD-C28A-DD70-F34AE12846E7}"/>
                </a:ext>
              </a:extLst>
            </p:cNvPr>
            <p:cNvSpPr/>
            <p:nvPr/>
          </p:nvSpPr>
          <p:spPr>
            <a:xfrm flipH="1" flipV="1">
              <a:off x="10134537" y="431800"/>
              <a:ext cx="2057463" cy="463550"/>
            </a:xfrm>
            <a:prstGeom prst="roundRect">
              <a:avLst>
                <a:gd name="adj" fmla="val 0"/>
              </a:avLst>
            </a:prstGeom>
            <a:solidFill>
              <a:schemeClr val="accent1"/>
            </a:solidFill>
            <a:ln>
              <a:noFill/>
            </a:ln>
            <a:effectLst>
              <a:outerShdw blurRad="3683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338D"/>
                </a:solidFill>
                <a:effectLst/>
                <a:uLnTx/>
                <a:uFillTx/>
                <a:latin typeface="Arial"/>
                <a:ea typeface="+mn-ea"/>
                <a:cs typeface="+mn-cs"/>
              </a:endParaRPr>
            </a:p>
          </p:txBody>
        </p:sp>
        <p:sp>
          <p:nvSpPr>
            <p:cNvPr id="21" name="TextBox 20">
              <a:extLst>
                <a:ext uri="{FF2B5EF4-FFF2-40B4-BE49-F238E27FC236}">
                  <a16:creationId xmlns:a16="http://schemas.microsoft.com/office/drawing/2014/main" id="{7E563B1C-41B6-529E-4C9C-DF9ED1305C42}"/>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34FCFCC5-CCE1-F430-F60A-D0038A39FB3A}"/>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5D70AE22-AA95-C446-F1F3-F884AFF9C4B4}"/>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6182754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6_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B27A101-847E-637E-6EC0-BAB4B56500CD}"/>
              </a:ext>
            </a:extLst>
          </p:cNvPr>
          <p:cNvPicPr>
            <a:picLocks noChangeAspect="1"/>
          </p:cNvPicPr>
          <p:nvPr userDrawn="1"/>
        </p:nvPicPr>
        <p:blipFill>
          <a:blip r:embed="rId4" cstate="screen">
            <a:extLst>
              <a:ext uri="{28A0092B-C50C-407E-A947-70E740481C1C}">
                <a14:useLocalDpi xmlns:a14="http://schemas.microsoft.com/office/drawing/2010/main"/>
              </a:ext>
            </a:extLst>
          </a:blip>
          <a:srcRect r="34" b="1354"/>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solidFill>
              <a:latin typeface="+mn-lt"/>
              <a:ea typeface="+mn-ea"/>
              <a:cs typeface="+mn-cs"/>
            </a:endParaRPr>
          </a:p>
        </p:txBody>
      </p:sp>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1" name="TextBox 20">
            <a:extLst>
              <a:ext uri="{FF2B5EF4-FFF2-40B4-BE49-F238E27FC236}">
                <a16:creationId xmlns:a16="http://schemas.microsoft.com/office/drawing/2014/main" id="{EB44BEA1-712D-0258-8EAE-E41AD13692F8}"/>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1C364D89-D1EC-7313-EA56-53DEC16C4108}"/>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18114C85-C67F-A3C8-0D24-150F6F78390C}"/>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Tree>
    <p:extLst>
      <p:ext uri="{BB962C8B-B14F-4D97-AF65-F5344CB8AC3E}">
        <p14:creationId xmlns:p14="http://schemas.microsoft.com/office/powerpoint/2010/main" val="421952107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7_Title Only">
    <p:spTree>
      <p:nvGrpSpPr>
        <p:cNvPr id="1" name=""/>
        <p:cNvGrpSpPr/>
        <p:nvPr/>
      </p:nvGrpSpPr>
      <p:grpSpPr>
        <a:xfrm>
          <a:off x="0" y="0"/>
          <a:ext cx="0" cy="0"/>
          <a:chOff x="0" y="0"/>
          <a:chExt cx="0" cy="0"/>
        </a:xfrm>
      </p:grpSpPr>
      <p:pic>
        <p:nvPicPr>
          <p:cNvPr id="13" name="Imagen 12">
            <a:extLst>
              <a:ext uri="{FF2B5EF4-FFF2-40B4-BE49-F238E27FC236}">
                <a16:creationId xmlns:a16="http://schemas.microsoft.com/office/drawing/2014/main" id="{3B830EB4-941B-E942-1AE3-52950708234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18" y="0"/>
            <a:ext cx="12171164" cy="6858000"/>
          </a:xfrm>
          <a:prstGeom prst="rect">
            <a:avLst/>
          </a:prstGeom>
        </p:spPr>
      </p:pic>
      <p:sp>
        <p:nvSpPr>
          <p:cNvPr id="4" name="TextBox 3">
            <a:extLst>
              <a:ext uri="{FF2B5EF4-FFF2-40B4-BE49-F238E27FC236}">
                <a16:creationId xmlns:a16="http://schemas.microsoft.com/office/drawing/2014/main" id="{23CCAB33-ACB1-E9B5-017B-8B766B28C199}"/>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DAAF396E-55A4-8CC5-748F-A892E0239BD1}"/>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A3DB8AA4-83C0-E389-CBFA-B9ECC1A4B3D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Graphic 8">
            <a:extLst>
              <a:ext uri="{FF2B5EF4-FFF2-40B4-BE49-F238E27FC236}">
                <a16:creationId xmlns:a16="http://schemas.microsoft.com/office/drawing/2014/main" id="{A8EAF10F-ED55-4B8C-6E4A-D00216AB4195}"/>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8" name="TextBox 7">
            <a:extLst>
              <a:ext uri="{FF2B5EF4-FFF2-40B4-BE49-F238E27FC236}">
                <a16:creationId xmlns:a16="http://schemas.microsoft.com/office/drawing/2014/main" id="{BD68E10A-90CE-567B-5DCB-EA97B952B392}"/>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solidFill>
              <a:latin typeface="+mn-lt"/>
              <a:ea typeface="+mn-ea"/>
              <a:cs typeface="+mn-cs"/>
            </a:endParaRPr>
          </a:p>
        </p:txBody>
      </p:sp>
      <p:sp>
        <p:nvSpPr>
          <p:cNvPr id="10" name="Title 1">
            <a:extLst>
              <a:ext uri="{FF2B5EF4-FFF2-40B4-BE49-F238E27FC236}">
                <a16:creationId xmlns:a16="http://schemas.microsoft.com/office/drawing/2014/main" id="{F1414DA3-B22E-5E02-4B78-4F6F779DD52B}"/>
              </a:ext>
            </a:extLst>
          </p:cNvPr>
          <p:cNvSpPr>
            <a:spLocks noGrp="1"/>
          </p:cNvSpPr>
          <p:nvPr>
            <p:ph type="title"/>
          </p:nvPr>
        </p:nvSpPr>
        <p:spPr>
          <a:xfrm>
            <a:off x="995364" y="431800"/>
            <a:ext cx="10204450" cy="533400"/>
          </a:xfrm>
        </p:spPr>
        <p:txBody>
          <a:bodyPr/>
          <a:lstStyle>
            <a:lvl1pPr>
              <a:defRPr>
                <a:solidFill>
                  <a:schemeClr val="bg1"/>
                </a:solidFill>
              </a:defRPr>
            </a:lvl1pPr>
          </a:lstStyle>
          <a:p>
            <a:r>
              <a:rPr lang="en-US"/>
              <a:t>Click to edit Master title style</a:t>
            </a:r>
            <a:endParaRPr lang="en-GB"/>
          </a:p>
        </p:txBody>
      </p:sp>
      <p:sp>
        <p:nvSpPr>
          <p:cNvPr id="21" name="TextBox 20">
            <a:extLst>
              <a:ext uri="{FF2B5EF4-FFF2-40B4-BE49-F238E27FC236}">
                <a16:creationId xmlns:a16="http://schemas.microsoft.com/office/drawing/2014/main" id="{EB44BEA1-712D-0258-8EAE-E41AD13692F8}"/>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2" name="Straight Connector 21">
            <a:extLst>
              <a:ext uri="{FF2B5EF4-FFF2-40B4-BE49-F238E27FC236}">
                <a16:creationId xmlns:a16="http://schemas.microsoft.com/office/drawing/2014/main" id="{1C364D89-D1EC-7313-EA56-53DEC16C4108}"/>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3" name="Graphic 22">
            <a:extLst>
              <a:ext uri="{FF2B5EF4-FFF2-40B4-BE49-F238E27FC236}">
                <a16:creationId xmlns:a16="http://schemas.microsoft.com/office/drawing/2014/main" id="{18114C85-C67F-A3C8-0D24-150F6F78390C}"/>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sp>
        <p:nvSpPr>
          <p:cNvPr id="11" name="Estrella: 4 puntas 10">
            <a:extLst>
              <a:ext uri="{FF2B5EF4-FFF2-40B4-BE49-F238E27FC236}">
                <a16:creationId xmlns:a16="http://schemas.microsoft.com/office/drawing/2014/main" id="{6DEC54BE-198B-AB5B-304E-0A559C66E826}"/>
              </a:ext>
            </a:extLst>
          </p:cNvPr>
          <p:cNvSpPr/>
          <p:nvPr userDrawn="1"/>
        </p:nvSpPr>
        <p:spPr>
          <a:xfrm>
            <a:off x="11423387" y="6058938"/>
            <a:ext cx="534319" cy="600783"/>
          </a:xfrm>
          <a:prstGeom prst="star4">
            <a:avLst>
              <a:gd name="adj" fmla="val 24902"/>
            </a:avLst>
          </a:prstGeom>
          <a:solidFill>
            <a:srgbClr val="1864ED"/>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s-ES" sz="1500" err="1">
              <a:solidFill>
                <a:schemeClr val="bg1"/>
              </a:solidFill>
            </a:endParaRPr>
          </a:p>
        </p:txBody>
      </p:sp>
    </p:spTree>
    <p:extLst>
      <p:ext uri="{BB962C8B-B14F-4D97-AF65-F5344CB8AC3E}">
        <p14:creationId xmlns:p14="http://schemas.microsoft.com/office/powerpoint/2010/main" val="213899458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2_Title Only">
    <p:bg>
      <p:bgPr>
        <a:gradFill>
          <a:gsLst>
            <a:gs pos="0">
              <a:schemeClr val="tx2"/>
            </a:gs>
            <a:gs pos="100000">
              <a:schemeClr val="accent1"/>
            </a:gs>
          </a:gsLst>
          <a:lin ang="21594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58896954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1_Title Only">
    <p:bg>
      <p:bgPr>
        <a:gradFill flip="none" rotWithShape="1">
          <a:gsLst>
            <a:gs pos="40000">
              <a:schemeClr val="accent3"/>
            </a:gs>
            <a:gs pos="100000">
              <a:schemeClr val="accent1"/>
            </a:gs>
          </a:gsLst>
          <a:lin ang="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6662473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6_Title Only">
    <p:bg>
      <p:bgPr>
        <a:gradFill flip="none" rotWithShape="1">
          <a:gsLst>
            <a:gs pos="40000">
              <a:schemeClr val="accent3"/>
            </a:gs>
            <a:gs pos="100000">
              <a:schemeClr val="accent1"/>
            </a:gs>
          </a:gsLst>
          <a:lin ang="54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7753564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5_Title Only">
    <p:bg>
      <p:bgPr>
        <a:gradFill flip="none" rotWithShape="1">
          <a:gsLst>
            <a:gs pos="40000">
              <a:schemeClr val="accent3"/>
            </a:gs>
            <a:gs pos="100000">
              <a:schemeClr val="accent1"/>
            </a:gs>
          </a:gsLst>
          <a:lin ang="10800000" scaled="0"/>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Shape 8">
            <a:extLst>
              <a:ext uri="{FF2B5EF4-FFF2-40B4-BE49-F238E27FC236}">
                <a16:creationId xmlns:a16="http://schemas.microsoft.com/office/drawing/2014/main" id="{A8274C15-07CE-CBE4-16DA-63733A9B5F7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4" name="TextBox 3">
            <a:extLst>
              <a:ext uri="{FF2B5EF4-FFF2-40B4-BE49-F238E27FC236}">
                <a16:creationId xmlns:a16="http://schemas.microsoft.com/office/drawing/2014/main" id="{535A6604-26B7-0D27-3BB6-AD56D0F67104}"/>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5" name="Straight Connector 4">
            <a:extLst>
              <a:ext uri="{FF2B5EF4-FFF2-40B4-BE49-F238E27FC236}">
                <a16:creationId xmlns:a16="http://schemas.microsoft.com/office/drawing/2014/main" id="{50549F76-943C-FBCF-339D-3AE8562C57CE}"/>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Graphic 8">
            <a:extLst>
              <a:ext uri="{FF2B5EF4-FFF2-40B4-BE49-F238E27FC236}">
                <a16:creationId xmlns:a16="http://schemas.microsoft.com/office/drawing/2014/main" id="{42F07CF3-E321-3200-918B-650E75E8362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7" name="TextBox 6">
            <a:extLst>
              <a:ext uri="{FF2B5EF4-FFF2-40B4-BE49-F238E27FC236}">
                <a16:creationId xmlns:a16="http://schemas.microsoft.com/office/drawing/2014/main" id="{CC151450-E044-C16A-AAEF-5CBED82084B7}"/>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8" name="Group 7">
            <a:extLst>
              <a:ext uri="{FF2B5EF4-FFF2-40B4-BE49-F238E27FC236}">
                <a16:creationId xmlns:a16="http://schemas.microsoft.com/office/drawing/2014/main" id="{059F4DE0-F374-0B98-F3CD-046F05509255}"/>
              </a:ext>
            </a:extLst>
          </p:cNvPr>
          <p:cNvGrpSpPr/>
          <p:nvPr userDrawn="1"/>
        </p:nvGrpSpPr>
        <p:grpSpPr>
          <a:xfrm>
            <a:off x="10262377" y="498475"/>
            <a:ext cx="1929623" cy="356658"/>
            <a:chOff x="10262377" y="498475"/>
            <a:chExt cx="1929623" cy="356658"/>
          </a:xfrm>
        </p:grpSpPr>
        <p:sp>
          <p:nvSpPr>
            <p:cNvPr id="24" name="TextBox 23">
              <a:extLst>
                <a:ext uri="{FF2B5EF4-FFF2-40B4-BE49-F238E27FC236}">
                  <a16:creationId xmlns:a16="http://schemas.microsoft.com/office/drawing/2014/main" id="{3003DD2A-A365-872F-6D30-B58447DEB3F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5" name="Straight Connector 24">
              <a:extLst>
                <a:ext uri="{FF2B5EF4-FFF2-40B4-BE49-F238E27FC236}">
                  <a16:creationId xmlns:a16="http://schemas.microsoft.com/office/drawing/2014/main" id="{20E0FD4C-1E2B-7428-CFE6-0E2F5B8D681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3D45041E-8607-B80A-2B81-0E6E26AEEA1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5891505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3" name="Rectangle 2">
            <a:extLst>
              <a:ext uri="{FF2B5EF4-FFF2-40B4-BE49-F238E27FC236}">
                <a16:creationId xmlns:a16="http://schemas.microsoft.com/office/drawing/2014/main" id="{CC01B6E3-8EC7-9F63-35C1-9401688D5797}"/>
              </a:ext>
            </a:extLst>
          </p:cNvPr>
          <p:cNvSpPr/>
          <p:nvPr userDrawn="1"/>
        </p:nvSpPr>
        <p:spPr>
          <a:xfrm>
            <a:off x="7965649" y="0"/>
            <a:ext cx="4226351" cy="6858000"/>
          </a:xfrm>
          <a:prstGeom prst="rect">
            <a:avLst/>
          </a:prstGeom>
          <a:gradFill>
            <a:gsLst>
              <a:gs pos="100000">
                <a:schemeClr val="accent2"/>
              </a:gs>
              <a:gs pos="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IN" sz="1500" err="1">
              <a:solidFill>
                <a:schemeClr val="bg1"/>
              </a:solidFill>
            </a:endParaRPr>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E82AEBE6-9110-F242-C7B5-15CE1BE37AD2}"/>
              </a:ext>
            </a:extLst>
          </p:cNvPr>
          <p:cNvGrpSpPr/>
          <p:nvPr userDrawn="1"/>
        </p:nvGrpSpPr>
        <p:grpSpPr>
          <a:xfrm>
            <a:off x="10262377" y="498475"/>
            <a:ext cx="1929623" cy="356658"/>
            <a:chOff x="10262377" y="498475"/>
            <a:chExt cx="1929623" cy="356658"/>
          </a:xfrm>
        </p:grpSpPr>
        <p:sp>
          <p:nvSpPr>
            <p:cNvPr id="18" name="TextBox 17">
              <a:extLst>
                <a:ext uri="{FF2B5EF4-FFF2-40B4-BE49-F238E27FC236}">
                  <a16:creationId xmlns:a16="http://schemas.microsoft.com/office/drawing/2014/main" id="{18DD7B5D-6829-E31F-55B2-A0930D405BA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9" name="Straight Connector 18">
              <a:extLst>
                <a:ext uri="{FF2B5EF4-FFF2-40B4-BE49-F238E27FC236}">
                  <a16:creationId xmlns:a16="http://schemas.microsoft.com/office/drawing/2014/main" id="{A8FCE313-385C-58A7-F245-244A1B46176C}"/>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B1A44438-4A88-490B-0DD3-F89E8319700F}"/>
                </a:ext>
              </a:extLst>
            </p:cNvPr>
            <p:cNvPicPr>
              <a:picLocks noChangeAspect="1"/>
            </p:cNvPicPr>
            <p:nvPr userDrawn="1"/>
          </p:nvPicPr>
          <p:blipFill>
            <a:blip>
              <a:extLst>
                <a:ext uri="{96DAC541-7B7A-43D3-8B79-37D633B846F1}">
                  <asvg:svgBlip xmlns:asvg="http://schemas.microsoft.com/office/drawing/2016/SVG/main" r:embed="rId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92186782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3" name="Rectangle 2">
            <a:extLst>
              <a:ext uri="{FF2B5EF4-FFF2-40B4-BE49-F238E27FC236}">
                <a16:creationId xmlns:a16="http://schemas.microsoft.com/office/drawing/2014/main" id="{CC01B6E3-8EC7-9F63-35C1-9401688D5797}"/>
              </a:ext>
            </a:extLst>
          </p:cNvPr>
          <p:cNvSpPr/>
          <p:nvPr userDrawn="1"/>
        </p:nvSpPr>
        <p:spPr>
          <a:xfrm>
            <a:off x="7965649" y="0"/>
            <a:ext cx="4226351" cy="6858000"/>
          </a:xfrm>
          <a:prstGeom prst="rect">
            <a:avLst/>
          </a:prstGeom>
          <a:gradFill>
            <a:gsLst>
              <a:gs pos="20000">
                <a:schemeClr val="accent3"/>
              </a:gs>
              <a:gs pos="100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IN" sz="1500" err="1">
              <a:solidFill>
                <a:schemeClr val="bg1"/>
              </a:solidFill>
            </a:endParaRPr>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E82AEBE6-9110-F242-C7B5-15CE1BE37AD2}"/>
              </a:ext>
            </a:extLst>
          </p:cNvPr>
          <p:cNvGrpSpPr/>
          <p:nvPr userDrawn="1"/>
        </p:nvGrpSpPr>
        <p:grpSpPr>
          <a:xfrm>
            <a:off x="10262377" y="498475"/>
            <a:ext cx="1929623" cy="356658"/>
            <a:chOff x="10262377" y="498475"/>
            <a:chExt cx="1929623" cy="356658"/>
          </a:xfrm>
        </p:grpSpPr>
        <p:sp>
          <p:nvSpPr>
            <p:cNvPr id="18" name="TextBox 17">
              <a:extLst>
                <a:ext uri="{FF2B5EF4-FFF2-40B4-BE49-F238E27FC236}">
                  <a16:creationId xmlns:a16="http://schemas.microsoft.com/office/drawing/2014/main" id="{18DD7B5D-6829-E31F-55B2-A0930D405BA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9" name="Straight Connector 18">
              <a:extLst>
                <a:ext uri="{FF2B5EF4-FFF2-40B4-BE49-F238E27FC236}">
                  <a16:creationId xmlns:a16="http://schemas.microsoft.com/office/drawing/2014/main" id="{A8FCE313-385C-58A7-F245-244A1B46176C}"/>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0" name="Graphic 19">
              <a:extLst>
                <a:ext uri="{FF2B5EF4-FFF2-40B4-BE49-F238E27FC236}">
                  <a16:creationId xmlns:a16="http://schemas.microsoft.com/office/drawing/2014/main" id="{B1A44438-4A88-490B-0DD3-F89E8319700F}"/>
                </a:ext>
              </a:extLst>
            </p:cNvPr>
            <p:cNvPicPr>
              <a:picLocks noChangeAspect="1"/>
            </p:cNvPicPr>
            <p:nvPr userDrawn="1"/>
          </p:nvPicPr>
          <p:blipFill>
            <a:blip>
              <a:extLst>
                <a:ext uri="{96DAC541-7B7A-43D3-8B79-37D633B846F1}">
                  <asvg:svgBlip xmlns:asvg="http://schemas.microsoft.com/office/drawing/2016/SVG/main" r:embed="rId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379187753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3A365D5-E103-47DF-D10E-57F7EF3A6FFB}"/>
              </a:ext>
            </a:extLst>
          </p:cNvPr>
          <p:cNvPicPr>
            <a:picLocks noChangeAspect="1"/>
          </p:cNvPicPr>
          <p:nvPr userDrawn="1"/>
        </p:nvPicPr>
        <p:blipFill>
          <a:blip r:embed="rId3" cstate="screen">
            <a:extLst>
              <a:ext uri="{28A0092B-C50C-407E-A947-70E740481C1C}">
                <a14:useLocalDpi xmlns:a14="http://schemas.microsoft.com/office/drawing/2010/main"/>
              </a:ext>
            </a:extLst>
          </a:blip>
          <a:srcRect l="65313" r="34" b="1354"/>
          <a:stretch>
            <a:fillRect/>
          </a:stretch>
        </p:blipFill>
        <p:spPr>
          <a:xfrm>
            <a:off x="7965649" y="0"/>
            <a:ext cx="4226351" cy="6858000"/>
          </a:xfrm>
          <a:prstGeom prst="rect">
            <a:avLst/>
          </a:prstGeom>
        </p:spPr>
      </p:pic>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8E80975C-BBF8-A70C-EC1F-737E88F605D1}"/>
              </a:ext>
            </a:extLst>
          </p:cNvPr>
          <p:cNvGrpSpPr/>
          <p:nvPr userDrawn="1"/>
        </p:nvGrpSpPr>
        <p:grpSpPr>
          <a:xfrm>
            <a:off x="10262377" y="498475"/>
            <a:ext cx="1929623" cy="356658"/>
            <a:chOff x="10262377" y="498475"/>
            <a:chExt cx="1929623" cy="356658"/>
          </a:xfrm>
        </p:grpSpPr>
        <p:sp>
          <p:nvSpPr>
            <p:cNvPr id="23" name="TextBox 22">
              <a:extLst>
                <a:ext uri="{FF2B5EF4-FFF2-40B4-BE49-F238E27FC236}">
                  <a16:creationId xmlns:a16="http://schemas.microsoft.com/office/drawing/2014/main" id="{78E0B9D0-C657-DC19-8AC3-0E8C97DC617D}"/>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4" name="Straight Connector 23">
              <a:extLst>
                <a:ext uri="{FF2B5EF4-FFF2-40B4-BE49-F238E27FC236}">
                  <a16:creationId xmlns:a16="http://schemas.microsoft.com/office/drawing/2014/main" id="{76C7694F-53FA-AB09-F252-D9921AD9A7D0}"/>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8C6A982B-1E85-797E-BB99-FDAFD12088AE}"/>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1841082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526E01B-2E1D-4DCB-E9F7-14D5AF7C0C4E}"/>
              </a:ext>
            </a:extLst>
          </p:cNvPr>
          <p:cNvSpPr/>
          <p:nvPr userDrawn="1"/>
        </p:nvSpPr>
        <p:spPr>
          <a:xfrm>
            <a:off x="8741667" y="0"/>
            <a:ext cx="3450334" cy="6858000"/>
          </a:xfrm>
          <a:prstGeom prst="rect">
            <a:avLst/>
          </a:prstGeom>
          <a:gradFill>
            <a:gsLst>
              <a:gs pos="0">
                <a:schemeClr val="tx2"/>
              </a:gs>
              <a:gs pos="100000">
                <a:schemeClr val="accent1"/>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CL" sz="1500" err="1">
              <a:solidFill>
                <a:schemeClr val="bg1"/>
              </a:solidFill>
            </a:endParaRPr>
          </a:p>
        </p:txBody>
      </p:sp>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a:xfrm>
            <a:off x="995364" y="431800"/>
            <a:ext cx="6583787" cy="533400"/>
          </a:xfrm>
        </p:spPr>
        <p:txBody>
          <a:bodyPr/>
          <a:lstStyle/>
          <a:p>
            <a:r>
              <a:rPr lang="en-US"/>
              <a:t>Click to edit Master title style</a:t>
            </a:r>
            <a:endParaRPr lang="en-GB"/>
          </a:p>
        </p:txBody>
      </p:sp>
      <p:sp>
        <p:nvSpPr>
          <p:cNvPr id="4" name="TextBox 3">
            <a:extLst>
              <a:ext uri="{FF2B5EF4-FFF2-40B4-BE49-F238E27FC236}">
                <a16:creationId xmlns:a16="http://schemas.microsoft.com/office/drawing/2014/main" id="{5CFBFC93-A321-93F7-95BE-F5F600E32FCD}"/>
              </a:ext>
              <a:ext uri="{C183D7F6-B498-43B3-948B-1728B52AA6E4}">
                <adec:decorative xmlns:adec="http://schemas.microsoft.com/office/drawing/2017/decorative" val="0"/>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5" name="Shape 8">
            <a:extLst>
              <a:ext uri="{FF2B5EF4-FFF2-40B4-BE49-F238E27FC236}">
                <a16:creationId xmlns:a16="http://schemas.microsoft.com/office/drawing/2014/main" id="{52CCCF89-0C65-CD6E-63BC-841D7293D565}"/>
              </a:ex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cxnSp>
        <p:nvCxnSpPr>
          <p:cNvPr id="6" name="Straight Connector 5">
            <a:extLst>
              <a:ext uri="{FF2B5EF4-FFF2-40B4-BE49-F238E27FC236}">
                <a16:creationId xmlns:a16="http://schemas.microsoft.com/office/drawing/2014/main" id="{0B6D13AC-DFE0-4A7A-F99E-F4139325A456}"/>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091B88C7-7DB2-B662-FCA0-92727B5F0701}"/>
              </a:ext>
            </a:extLst>
          </p:cNvPr>
          <p:cNvGrpSpPr/>
          <p:nvPr userDrawn="1"/>
        </p:nvGrpSpPr>
        <p:grpSpPr>
          <a:xfrm>
            <a:off x="10262377" y="498475"/>
            <a:ext cx="1929623" cy="356658"/>
            <a:chOff x="10262377" y="498475"/>
            <a:chExt cx="1929623" cy="356658"/>
          </a:xfrm>
        </p:grpSpPr>
        <p:sp>
          <p:nvSpPr>
            <p:cNvPr id="23" name="TextBox 22">
              <a:extLst>
                <a:ext uri="{FF2B5EF4-FFF2-40B4-BE49-F238E27FC236}">
                  <a16:creationId xmlns:a16="http://schemas.microsoft.com/office/drawing/2014/main" id="{768DD44A-6F01-DA9F-882C-C7221361076F}"/>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4" name="Straight Connector 23">
              <a:extLst>
                <a:ext uri="{FF2B5EF4-FFF2-40B4-BE49-F238E27FC236}">
                  <a16:creationId xmlns:a16="http://schemas.microsoft.com/office/drawing/2014/main" id="{3D8580C5-F367-31CC-7EBD-607CE6CBA5F1}"/>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5" name="Graphic 24">
              <a:extLst>
                <a:ext uri="{FF2B5EF4-FFF2-40B4-BE49-F238E27FC236}">
                  <a16:creationId xmlns:a16="http://schemas.microsoft.com/office/drawing/2014/main" id="{E8977F8C-9F0B-ECB6-D5D1-4F4D719C06FF}"/>
                </a:ext>
              </a:extLst>
            </p:cNvPr>
            <p:cNvPicPr>
              <a:picLocks noChangeAspect="1"/>
            </p:cNvPicPr>
            <p:nvPr userDrawn="1"/>
          </p:nvPicPr>
          <p:blipFill>
            <a:blip>
              <a:extLst>
                <a:ext uri="{96DAC541-7B7A-43D3-8B79-37D633B846F1}">
                  <asvg:svgBlip xmlns:asvg="http://schemas.microsoft.com/office/drawing/2016/SVG/main" r:embed="rId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78292509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1_Title Only - Dark BG colour">
    <p:bg>
      <p:bgPr>
        <a:solidFill>
          <a:srgbClr val="76D2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tx2"/>
                </a:solidFill>
                <a:latin typeface="+mn-lt"/>
                <a:ea typeface="Arial"/>
                <a:cs typeface="Arial" panose="020B0604020202020204" pitchFamily="34" charset="0"/>
              </a:rPr>
              <a:pPr algn="r"/>
              <a:t>‹#›</a:t>
            </a:fld>
            <a:endParaRPr lang="en-GB" sz="1000">
              <a:solidFill>
                <a:schemeClr val="tx2"/>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cxnSp>
        <p:nvCxnSpPr>
          <p:cNvPr id="8" name="Straight Connector 7">
            <a:extLst>
              <a:ext uri="{FF2B5EF4-FFF2-40B4-BE49-F238E27FC236}">
                <a16:creationId xmlns:a16="http://schemas.microsoft.com/office/drawing/2014/main" id="{156A5C29-C797-4C37-9F34-9C206DC1B64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9" name="Graphic 8">
            <a:extLst>
              <a:ext uri="{FF2B5EF4-FFF2-40B4-BE49-F238E27FC236}">
                <a16:creationId xmlns:a16="http://schemas.microsoft.com/office/drawing/2014/main" id="{147A601A-3AE8-4889-A026-9740E00CCFB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10" name="TextBox 9">
            <a:extLst>
              <a:ext uri="{FF2B5EF4-FFF2-40B4-BE49-F238E27FC236}">
                <a16:creationId xmlns:a16="http://schemas.microsoft.com/office/drawing/2014/main" id="{B339DC52-BE5A-4DB1-A59B-9DD871F00820}"/>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spTree>
    <p:extLst>
      <p:ext uri="{BB962C8B-B14F-4D97-AF65-F5344CB8AC3E}">
        <p14:creationId xmlns:p14="http://schemas.microsoft.com/office/powerpoint/2010/main" val="208397922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userDrawn="1">
  <p:cSld name="2_Title Only - Dark BG colour">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23B13141-5B21-49DB-9803-98F4E6E17F5A}"/>
              </a:ext>
              <a:ext uri="{C183D7F6-B498-43B3-948B-1728B52AA6E4}">
                <adec:decorative xmlns:adec="http://schemas.microsoft.com/office/drawing/2017/decorative" val="0"/>
              </a:ext>
            </a:extLst>
          </p:cNvPr>
          <p:cNvSpPr txBox="1"/>
          <p:nvPr userDrawn="1">
            <p:custDataLst>
              <p:tags r:id="rId1"/>
            </p:custDataLst>
          </p:nvPr>
        </p:nvSpPr>
        <p:spPr>
          <a:xfrm>
            <a:off x="8813800" y="6295536"/>
            <a:ext cx="2020193"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8" name="Straight Connector 7">
            <a:extLst>
              <a:ext uri="{FF2B5EF4-FFF2-40B4-BE49-F238E27FC236}">
                <a16:creationId xmlns:a16="http://schemas.microsoft.com/office/drawing/2014/main" id="{156A5C29-C797-4C37-9F34-9C206DC1B640}"/>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Graphic 8">
            <a:extLst>
              <a:ext uri="{FF2B5EF4-FFF2-40B4-BE49-F238E27FC236}">
                <a16:creationId xmlns:a16="http://schemas.microsoft.com/office/drawing/2014/main" id="{147A601A-3AE8-4889-A026-9740E00CCFBB}"/>
              </a:ext>
              <a:ext uri="{C183D7F6-B498-43B3-948B-1728B52AA6E4}">
                <adec:decorative xmlns:adec="http://schemas.microsoft.com/office/drawing/2017/decorative" val="1"/>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0" name="TextBox 9">
            <a:extLst>
              <a:ext uri="{FF2B5EF4-FFF2-40B4-BE49-F238E27FC236}">
                <a16:creationId xmlns:a16="http://schemas.microsoft.com/office/drawing/2014/main" id="{B339DC52-BE5A-4DB1-A59B-9DD871F00820}"/>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23" name="Group 22">
            <a:extLst>
              <a:ext uri="{FF2B5EF4-FFF2-40B4-BE49-F238E27FC236}">
                <a16:creationId xmlns:a16="http://schemas.microsoft.com/office/drawing/2014/main" id="{DD8BF721-9E19-DE92-D64F-6FAE39381E36}"/>
              </a:ext>
            </a:extLst>
          </p:cNvPr>
          <p:cNvGrpSpPr/>
          <p:nvPr userDrawn="1"/>
        </p:nvGrpSpPr>
        <p:grpSpPr>
          <a:xfrm>
            <a:off x="10262377" y="498475"/>
            <a:ext cx="1929623" cy="356658"/>
            <a:chOff x="10262377" y="498475"/>
            <a:chExt cx="1929623" cy="356658"/>
          </a:xfrm>
        </p:grpSpPr>
        <p:sp>
          <p:nvSpPr>
            <p:cNvPr id="20" name="TextBox 19">
              <a:extLst>
                <a:ext uri="{FF2B5EF4-FFF2-40B4-BE49-F238E27FC236}">
                  <a16:creationId xmlns:a16="http://schemas.microsoft.com/office/drawing/2014/main" id="{BF8A32EA-960D-25A7-9054-2DA066C20F1A}"/>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21" name="Straight Connector 20">
              <a:extLst>
                <a:ext uri="{FF2B5EF4-FFF2-40B4-BE49-F238E27FC236}">
                  <a16:creationId xmlns:a16="http://schemas.microsoft.com/office/drawing/2014/main" id="{CF64B997-F408-D08C-5A37-56D428720855}"/>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2" name="Graphic 21">
              <a:extLst>
                <a:ext uri="{FF2B5EF4-FFF2-40B4-BE49-F238E27FC236}">
                  <a16:creationId xmlns:a16="http://schemas.microsoft.com/office/drawing/2014/main" id="{E2C36B07-3B8E-1291-1317-7812A3EB1FA2}"/>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395249201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3_DIVIDER 1">
    <p:bg>
      <p:bgPr>
        <a:solidFill>
          <a:schemeClr val="accent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chemeClr val="accent3"/>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259F6ED-0229-E365-394F-A665B7DC097C}"/>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7" name="Group 6">
            <a:extLst>
              <a:ext uri="{FF2B5EF4-FFF2-40B4-BE49-F238E27FC236}">
                <a16:creationId xmlns:a16="http://schemas.microsoft.com/office/drawing/2014/main" id="{4D02B96E-C06F-D091-254A-A3E41BCB0F37}"/>
              </a:ext>
            </a:extLst>
          </p:cNvPr>
          <p:cNvGrpSpPr/>
          <p:nvPr userDrawn="1"/>
        </p:nvGrpSpPr>
        <p:grpSpPr>
          <a:xfrm>
            <a:off x="10262377" y="498475"/>
            <a:ext cx="1929623" cy="356658"/>
            <a:chOff x="10262377" y="498475"/>
            <a:chExt cx="1929623" cy="356658"/>
          </a:xfrm>
        </p:grpSpPr>
        <p:sp>
          <p:nvSpPr>
            <p:cNvPr id="9" name="TextBox 8">
              <a:extLst>
                <a:ext uri="{FF2B5EF4-FFF2-40B4-BE49-F238E27FC236}">
                  <a16:creationId xmlns:a16="http://schemas.microsoft.com/office/drawing/2014/main" id="{F8F03B7A-7774-A8FB-514A-5374EFC1C5E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0" name="Straight Connector 9">
              <a:extLst>
                <a:ext uri="{FF2B5EF4-FFF2-40B4-BE49-F238E27FC236}">
                  <a16:creationId xmlns:a16="http://schemas.microsoft.com/office/drawing/2014/main" id="{8AA2A8BF-38B8-3825-898B-15D806451C44}"/>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EB2335E2-8DE6-B3FD-824F-1990E99E30C3}"/>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381868240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5_DIVIDER 1">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D7834C-5C82-9568-2F2B-67FD8C6D07B7}"/>
              </a:ext>
            </a:extLst>
          </p:cNvPr>
          <p:cNvPicPr>
            <a:picLocks noChangeAspect="1"/>
          </p:cNvPicPr>
          <p:nvPr userDrawn="1"/>
        </p:nvPicPr>
        <p:blipFill>
          <a:blip r:embed="rId4" cstate="screen">
            <a:extLst>
              <a:ext uri="{28A0092B-C50C-407E-A947-70E740481C1C}">
                <a14:useLocalDpi xmlns:a14="http://schemas.microsoft.com/office/drawing/2010/main"/>
              </a:ext>
            </a:extLst>
          </a:blip>
          <a:srcRect r="34" b="1354"/>
          <a:stretch>
            <a:fillRect/>
          </a:stretch>
        </p:blipFill>
        <p:spPr>
          <a:xfrm>
            <a:off x="0" y="0"/>
            <a:ext cx="12192000" cy="6858000"/>
          </a:xfrm>
          <a:prstGeom prst="rect">
            <a:avLst/>
          </a:prstGeom>
        </p:spPr>
      </p:pic>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chemeClr val="accent3"/>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B1D42F2-7AD0-78F6-D907-7A368ED11E5A}"/>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7" name="Group 6">
            <a:extLst>
              <a:ext uri="{FF2B5EF4-FFF2-40B4-BE49-F238E27FC236}">
                <a16:creationId xmlns:a16="http://schemas.microsoft.com/office/drawing/2014/main" id="{22EDBA4B-19A1-5918-079C-845AF68AD8D0}"/>
              </a:ext>
            </a:extLst>
          </p:cNvPr>
          <p:cNvGrpSpPr/>
          <p:nvPr userDrawn="1"/>
        </p:nvGrpSpPr>
        <p:grpSpPr>
          <a:xfrm>
            <a:off x="10262377" y="498475"/>
            <a:ext cx="1929623" cy="356658"/>
            <a:chOff x="10262377" y="498475"/>
            <a:chExt cx="1929623" cy="356658"/>
          </a:xfrm>
        </p:grpSpPr>
        <p:sp>
          <p:nvSpPr>
            <p:cNvPr id="10" name="TextBox 9">
              <a:extLst>
                <a:ext uri="{FF2B5EF4-FFF2-40B4-BE49-F238E27FC236}">
                  <a16:creationId xmlns:a16="http://schemas.microsoft.com/office/drawing/2014/main" id="{E347D0DC-3C93-289F-42D2-2B18E78A34FC}"/>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2" name="Straight Connector 11">
              <a:extLst>
                <a:ext uri="{FF2B5EF4-FFF2-40B4-BE49-F238E27FC236}">
                  <a16:creationId xmlns:a16="http://schemas.microsoft.com/office/drawing/2014/main" id="{6FBB6BAB-92C2-8B49-8F2B-9A80B59934A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4E33EB67-3A08-7B49-F6D4-D17489D115E3}"/>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65938645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7_DIVIDER 1">
    <p:bg>
      <p:bgPr>
        <a:solidFill>
          <a:schemeClr val="accent3"/>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rgbClr val="ACEAFF"/>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259F6ED-0229-E365-394F-A665B7DC097C}"/>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7" name="Group 6">
            <a:extLst>
              <a:ext uri="{FF2B5EF4-FFF2-40B4-BE49-F238E27FC236}">
                <a16:creationId xmlns:a16="http://schemas.microsoft.com/office/drawing/2014/main" id="{4D02B96E-C06F-D091-254A-A3E41BCB0F37}"/>
              </a:ext>
            </a:extLst>
          </p:cNvPr>
          <p:cNvGrpSpPr/>
          <p:nvPr userDrawn="1"/>
        </p:nvGrpSpPr>
        <p:grpSpPr>
          <a:xfrm>
            <a:off x="10262377" y="498475"/>
            <a:ext cx="1929623" cy="356658"/>
            <a:chOff x="10262377" y="498475"/>
            <a:chExt cx="1929623" cy="356658"/>
          </a:xfrm>
        </p:grpSpPr>
        <p:sp>
          <p:nvSpPr>
            <p:cNvPr id="9" name="TextBox 8">
              <a:extLst>
                <a:ext uri="{FF2B5EF4-FFF2-40B4-BE49-F238E27FC236}">
                  <a16:creationId xmlns:a16="http://schemas.microsoft.com/office/drawing/2014/main" id="{F8F03B7A-7774-A8FB-514A-5374EFC1C5E4}"/>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0" name="Straight Connector 9">
              <a:extLst>
                <a:ext uri="{FF2B5EF4-FFF2-40B4-BE49-F238E27FC236}">
                  <a16:creationId xmlns:a16="http://schemas.microsoft.com/office/drawing/2014/main" id="{8AA2A8BF-38B8-3825-898B-15D806451C44}"/>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EB2335E2-8DE6-B3FD-824F-1990E99E30C3}"/>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01906979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6_DIVIDER 1">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D7834C-5C82-9568-2F2B-67FD8C6D07B7}"/>
              </a:ext>
            </a:extLst>
          </p:cNvPr>
          <p:cNvPicPr>
            <a:picLocks noChangeAspect="1"/>
          </p:cNvPicPr>
          <p:nvPr userDrawn="1"/>
        </p:nvPicPr>
        <p:blipFill>
          <a:blip r:embed="rId4" cstate="screen">
            <a:extLst>
              <a:ext uri="{28A0092B-C50C-407E-A947-70E740481C1C}">
                <a14:useLocalDpi xmlns:a14="http://schemas.microsoft.com/office/drawing/2010/main"/>
              </a:ext>
            </a:extLst>
          </a:blip>
          <a:srcRect t="660" b="660"/>
          <a:stretch/>
        </p:blipFill>
        <p:spPr>
          <a:xfrm>
            <a:off x="0" y="0"/>
            <a:ext cx="12192000" cy="6858000"/>
          </a:xfrm>
          <a:prstGeom prst="rect">
            <a:avLst/>
          </a:prstGeom>
        </p:spPr>
      </p:pic>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2325831"/>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1330325"/>
            <a:ext cx="5103813" cy="5386090"/>
          </a:xfrm>
        </p:spPr>
        <p:txBody>
          <a:bodyPr wrap="square" anchor="b">
            <a:spAutoFit/>
          </a:bodyPr>
          <a:lstStyle>
            <a:lvl1pPr algn="r">
              <a:lnSpc>
                <a:spcPct val="70000"/>
              </a:lnSpc>
              <a:spcAft>
                <a:spcPts val="0"/>
              </a:spcAft>
              <a:defRPr sz="50000">
                <a:solidFill>
                  <a:schemeClr val="bg1"/>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429000"/>
            <a:ext cx="6264275" cy="1008063"/>
          </a:xfrm>
        </p:spPr>
        <p:txBody>
          <a:bodyPr/>
          <a:lstStyle>
            <a:lvl1pPr>
              <a:lnSpc>
                <a:spcPct val="70000"/>
              </a:lnSpc>
              <a:defRPr sz="8800">
                <a:solidFill>
                  <a:srgbClr val="9FE6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B1D42F2-7AD0-78F6-D907-7A368ED11E5A}"/>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7" name="Group 6">
            <a:extLst>
              <a:ext uri="{FF2B5EF4-FFF2-40B4-BE49-F238E27FC236}">
                <a16:creationId xmlns:a16="http://schemas.microsoft.com/office/drawing/2014/main" id="{22EDBA4B-19A1-5918-079C-845AF68AD8D0}"/>
              </a:ext>
            </a:extLst>
          </p:cNvPr>
          <p:cNvGrpSpPr/>
          <p:nvPr userDrawn="1"/>
        </p:nvGrpSpPr>
        <p:grpSpPr>
          <a:xfrm>
            <a:off x="10262377" y="498475"/>
            <a:ext cx="1929623" cy="356658"/>
            <a:chOff x="10262377" y="498475"/>
            <a:chExt cx="1929623" cy="356658"/>
          </a:xfrm>
        </p:grpSpPr>
        <p:sp>
          <p:nvSpPr>
            <p:cNvPr id="10" name="TextBox 9">
              <a:extLst>
                <a:ext uri="{FF2B5EF4-FFF2-40B4-BE49-F238E27FC236}">
                  <a16:creationId xmlns:a16="http://schemas.microsoft.com/office/drawing/2014/main" id="{E347D0DC-3C93-289F-42D2-2B18E78A34FC}"/>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2" name="Straight Connector 11">
              <a:extLst>
                <a:ext uri="{FF2B5EF4-FFF2-40B4-BE49-F238E27FC236}">
                  <a16:creationId xmlns:a16="http://schemas.microsoft.com/office/drawing/2014/main" id="{6FBB6BAB-92C2-8B49-8F2B-9A80B59934A5}"/>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4E33EB67-3A08-7B49-F6D4-D17489D115E3}"/>
                </a:ext>
              </a:extLst>
            </p:cNvPr>
            <p:cNvPicPr>
              <a:picLocks noChangeAspect="1"/>
            </p:cNvPicPr>
            <p:nvPr userDrawn="1"/>
          </p:nvPicPr>
          <p:blipFill>
            <a:blip>
              <a:extLst>
                <a:ext uri="{96DAC541-7B7A-43D3-8B79-37D633B846F1}">
                  <asvg:svgBlip xmlns:asvg="http://schemas.microsoft.com/office/drawing/2016/SVG/main" r:embed="rId5"/>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204723599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_DIVIDER 1">
    <p:bg>
      <p:bgPr>
        <a:gradFill>
          <a:gsLst>
            <a:gs pos="0">
              <a:schemeClr val="tx2"/>
            </a:gs>
            <a:gs pos="100000">
              <a:schemeClr val="accent1"/>
            </a:gs>
          </a:gsLst>
          <a:lin ang="21594000" scaled="0"/>
        </a:gra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840BCF3-D817-4EAC-8866-C2530BBB02E4}"/>
              </a:ext>
            </a:extLst>
          </p:cNvPr>
          <p:cNvSpPr>
            <a:spLocks noGrp="1"/>
          </p:cNvSpPr>
          <p:nvPr>
            <p:ph type="ctrTitle" hasCustomPrompt="1"/>
          </p:nvPr>
        </p:nvSpPr>
        <p:spPr>
          <a:xfrm>
            <a:off x="1003202" y="1978262"/>
            <a:ext cx="6263956" cy="955251"/>
          </a:xfrm>
        </p:spPr>
        <p:txBody>
          <a:bodyPr anchor="t" anchorCtr="0"/>
          <a:lstStyle>
            <a:lvl1pPr algn="l">
              <a:defRPr sz="8800" baseline="0">
                <a:solidFill>
                  <a:schemeClr val="bg1"/>
                </a:solidFill>
              </a:defRPr>
            </a:lvl1pPr>
          </a:lstStyle>
          <a:p>
            <a:r>
              <a:rPr lang="en-GB"/>
              <a:t>Divider copy </a:t>
            </a:r>
            <a:endParaRPr lang="en-US"/>
          </a:p>
        </p:txBody>
      </p:sp>
      <p:sp>
        <p:nvSpPr>
          <p:cNvPr id="18" name="Text Placeholder 4">
            <a:extLst>
              <a:ext uri="{FF2B5EF4-FFF2-40B4-BE49-F238E27FC236}">
                <a16:creationId xmlns:a16="http://schemas.microsoft.com/office/drawing/2014/main" id="{F0CEBDA0-4368-4F6C-8352-18BF87F8F035}"/>
              </a:ext>
            </a:extLst>
          </p:cNvPr>
          <p:cNvSpPr>
            <a:spLocks noGrp="1"/>
          </p:cNvSpPr>
          <p:nvPr>
            <p:ph type="body" sz="quarter" idx="12" hasCustomPrompt="1"/>
          </p:nvPr>
        </p:nvSpPr>
        <p:spPr>
          <a:xfrm>
            <a:off x="6096000" y="982756"/>
            <a:ext cx="5103813" cy="5386090"/>
          </a:xfrm>
        </p:spPr>
        <p:txBody>
          <a:bodyPr wrap="square" anchor="b">
            <a:spAutoFit/>
          </a:bodyPr>
          <a:lstStyle>
            <a:lvl1pPr algn="r">
              <a:lnSpc>
                <a:spcPct val="70000"/>
              </a:lnSpc>
              <a:spcAft>
                <a:spcPts val="0"/>
              </a:spcAft>
              <a:defRPr sz="50000">
                <a:solidFill>
                  <a:srgbClr val="76D2FF"/>
                </a:solidFill>
                <a:latin typeface="+mj-lt"/>
              </a:defRPr>
            </a:lvl1pPr>
          </a:lstStyle>
          <a:p>
            <a:pPr lvl="0"/>
            <a:r>
              <a:rPr lang="en-US"/>
              <a:t>01</a:t>
            </a:r>
            <a:endParaRPr lang="en-GB"/>
          </a:p>
        </p:txBody>
      </p:sp>
      <p:sp>
        <p:nvSpPr>
          <p:cNvPr id="3" name="Text Placeholder 2">
            <a:extLst>
              <a:ext uri="{FF2B5EF4-FFF2-40B4-BE49-F238E27FC236}">
                <a16:creationId xmlns:a16="http://schemas.microsoft.com/office/drawing/2014/main" id="{32951D1B-686F-0617-EC67-FF298E512E06}"/>
              </a:ext>
            </a:extLst>
          </p:cNvPr>
          <p:cNvSpPr>
            <a:spLocks noGrp="1"/>
          </p:cNvSpPr>
          <p:nvPr>
            <p:ph type="body" sz="quarter" idx="13" hasCustomPrompt="1"/>
          </p:nvPr>
        </p:nvSpPr>
        <p:spPr>
          <a:xfrm>
            <a:off x="2082346" y="3081431"/>
            <a:ext cx="6264275" cy="1008063"/>
          </a:xfrm>
        </p:spPr>
        <p:txBody>
          <a:bodyPr/>
          <a:lstStyle>
            <a:lvl1pPr>
              <a:lnSpc>
                <a:spcPct val="70000"/>
              </a:lnSpc>
              <a:defRPr sz="8800">
                <a:solidFill>
                  <a:srgbClr val="76D2FF"/>
                </a:solidFill>
                <a:latin typeface="+mj-lt"/>
              </a:defRPr>
            </a:lvl1pPr>
          </a:lstStyle>
          <a:p>
            <a:pPr lvl="0"/>
            <a:r>
              <a:rPr lang="en-GB"/>
              <a:t>goes here</a:t>
            </a:r>
            <a:endParaRPr lang="en-US"/>
          </a:p>
        </p:txBody>
      </p:sp>
      <p:sp>
        <p:nvSpPr>
          <p:cNvPr id="2" name="Shape 8">
            <a:extLst>
              <a:ext uri="{FF2B5EF4-FFF2-40B4-BE49-F238E27FC236}">
                <a16:creationId xmlns:a16="http://schemas.microsoft.com/office/drawing/2014/main" id="{DD8AD713-9718-3042-15D1-2CF8BE502403}"/>
              </a:ext>
            </a:extLst>
          </p:cNvPr>
          <p:cNvSpPr txBox="1">
            <a:spLocks/>
          </p:cNvSpPr>
          <p:nvPr userDrawn="1"/>
        </p:nvSpPr>
        <p:spPr>
          <a:xfrm>
            <a:off x="10946607" y="6368846"/>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5" name="TextBox 4">
            <a:extLst>
              <a:ext uri="{FF2B5EF4-FFF2-40B4-BE49-F238E27FC236}">
                <a16:creationId xmlns:a16="http://schemas.microsoft.com/office/drawing/2014/main" id="{ECEAFA6C-4341-97E6-08CD-855560D1AA12}"/>
              </a:ext>
              <a:ext uri="{C183D7F6-B498-43B3-948B-1728B52AA6E4}">
                <adec:decorative xmlns:adec="http://schemas.microsoft.com/office/drawing/2017/decorative" val="1"/>
              </a:ext>
            </a:extLst>
          </p:cNvPr>
          <p:cNvSpPr txBox="1"/>
          <p:nvPr userDrawn="1">
            <p:custDataLst>
              <p:tags r:id="rId1"/>
            </p:custDataLst>
          </p:nvPr>
        </p:nvSpPr>
        <p:spPr>
          <a:xfrm>
            <a:off x="8504664" y="6391043"/>
            <a:ext cx="232933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sp>
        <p:nvSpPr>
          <p:cNvPr id="6" name="Freeform 19">
            <a:extLst>
              <a:ext uri="{FF2B5EF4-FFF2-40B4-BE49-F238E27FC236}">
                <a16:creationId xmlns:a16="http://schemas.microsoft.com/office/drawing/2014/main" id="{017427B7-BB92-2E58-3F0B-08595DCAEE28}"/>
              </a:ext>
              <a:ext uri="{C183D7F6-B498-43B3-948B-1728B52AA6E4}">
                <adec:decorative xmlns:adec="http://schemas.microsoft.com/office/drawing/2017/decorative" val="1"/>
              </a:ext>
            </a:extLst>
          </p:cNvPr>
          <p:cNvSpPr>
            <a:spLocks noEditPoints="1"/>
          </p:cNvSpPr>
          <p:nvPr userDrawn="1"/>
        </p:nvSpPr>
        <p:spPr bwMode="auto">
          <a:xfrm>
            <a:off x="1003201" y="6334611"/>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cxnSp>
        <p:nvCxnSpPr>
          <p:cNvPr id="11" name="Straight Connector 10">
            <a:extLst>
              <a:ext uri="{FF2B5EF4-FFF2-40B4-BE49-F238E27FC236}">
                <a16:creationId xmlns:a16="http://schemas.microsoft.com/office/drawing/2014/main" id="{17E77BD0-06F4-9F85-D9E6-DDBB41F0299A}"/>
              </a:ext>
            </a:extLst>
          </p:cNvPr>
          <p:cNvCxnSpPr>
            <a:cxnSpLocks/>
          </p:cNvCxnSpPr>
          <p:nvPr userDrawn="1"/>
        </p:nvCxnSpPr>
        <p:spPr>
          <a:xfrm>
            <a:off x="10928548" y="6368846"/>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8F46D32-54C1-F640-CB0F-6878775B39D3}"/>
              </a:ext>
              <a:ext uri="{C183D7F6-B498-43B3-948B-1728B52AA6E4}">
                <adec:decorative xmlns:adec="http://schemas.microsoft.com/office/drawing/2017/decorative" val="0"/>
              </a:ext>
            </a:extLst>
          </p:cNvPr>
          <p:cNvSpPr txBox="1"/>
          <p:nvPr userDrawn="1">
            <p:custDataLst>
              <p:tags r:id="rId2"/>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kern="1200" noProof="0">
                <a:solidFill>
                  <a:schemeClr val="bg1"/>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kern="1200" noProof="0">
              <a:solidFill>
                <a:schemeClr val="bg1"/>
              </a:solidFill>
              <a:latin typeface="+mn-lt"/>
              <a:ea typeface="+mn-ea"/>
              <a:cs typeface="+mn-cs"/>
            </a:endParaRPr>
          </a:p>
        </p:txBody>
      </p:sp>
      <p:grpSp>
        <p:nvGrpSpPr>
          <p:cNvPr id="7" name="Group 6">
            <a:extLst>
              <a:ext uri="{FF2B5EF4-FFF2-40B4-BE49-F238E27FC236}">
                <a16:creationId xmlns:a16="http://schemas.microsoft.com/office/drawing/2014/main" id="{8070DA5A-5079-0A9B-5A47-93C3A1845860}"/>
              </a:ext>
            </a:extLst>
          </p:cNvPr>
          <p:cNvGrpSpPr/>
          <p:nvPr userDrawn="1"/>
        </p:nvGrpSpPr>
        <p:grpSpPr>
          <a:xfrm>
            <a:off x="10262377" y="498475"/>
            <a:ext cx="1929623" cy="356658"/>
            <a:chOff x="10262377" y="498475"/>
            <a:chExt cx="1929623" cy="356658"/>
          </a:xfrm>
        </p:grpSpPr>
        <p:sp>
          <p:nvSpPr>
            <p:cNvPr id="9" name="TextBox 8">
              <a:extLst>
                <a:ext uri="{FF2B5EF4-FFF2-40B4-BE49-F238E27FC236}">
                  <a16:creationId xmlns:a16="http://schemas.microsoft.com/office/drawing/2014/main" id="{F609C502-1F35-77EF-A825-06620156FBEF}"/>
                </a:ext>
              </a:extLst>
            </p:cNvPr>
            <p:cNvSpPr txBox="1"/>
            <p:nvPr userDrawn="1"/>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10" name="Straight Connector 9">
              <a:extLst>
                <a:ext uri="{FF2B5EF4-FFF2-40B4-BE49-F238E27FC236}">
                  <a16:creationId xmlns:a16="http://schemas.microsoft.com/office/drawing/2014/main" id="{5DDB47CD-B1A9-FE07-4951-1E006D119F3D}"/>
                </a:ext>
              </a:extLst>
            </p:cNvPr>
            <p:cNvCxnSpPr>
              <a:cxnSpLocks/>
            </p:cNvCxnSpPr>
            <p:nvPr userDrawn="1"/>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6D47FA2B-1D75-F250-C9FB-448886FB765E}"/>
                </a:ext>
              </a:extLst>
            </p:cNvPr>
            <p:cNvPicPr>
              <a:picLocks noChangeAspect="1"/>
            </p:cNvPicPr>
            <p:nvPr userDrawn="1"/>
          </p:nvPicPr>
          <p:blipFill>
            <a:blip>
              <a:extLst>
                <a:ext uri="{96DAC541-7B7A-43D3-8B79-37D633B846F1}">
                  <asvg:svgBlip xmlns:asvg="http://schemas.microsoft.com/office/drawing/2016/SVG/main" r:embed="rId4"/>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365161909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_Back Cover dark Gradient">
    <p:bg>
      <p:bgPr>
        <a:gradFill>
          <a:gsLst>
            <a:gs pos="100000">
              <a:schemeClr val="accent1"/>
            </a:gs>
            <a:gs pos="0">
              <a:schemeClr val="tx2"/>
            </a:gs>
          </a:gsLst>
          <a:lin ang="0" scaled="0"/>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70D886-9EBD-16DB-7B04-05CF984A9AB0}"/>
              </a:ext>
            </a:extLst>
          </p:cNvPr>
          <p:cNvPicPr>
            <a:picLocks noChangeAspect="1"/>
          </p:cNvPicPr>
          <p:nvPr userDrawn="1"/>
        </p:nvPicPr>
        <p:blipFill>
          <a:blip r:embed="rId2" cstate="screen">
            <a:extLst>
              <a:ext uri="{28A0092B-C50C-407E-A947-70E740481C1C}">
                <a14:useLocalDpi xmlns:a14="http://schemas.microsoft.com/office/drawing/2010/main"/>
              </a:ext>
            </a:extLst>
          </a:blip>
          <a:srcRect r="34" b="1354"/>
          <a:stretch>
            <a:fillRect/>
          </a:stretch>
        </p:blipFill>
        <p:spPr>
          <a:xfrm>
            <a:off x="0" y="0"/>
            <a:ext cx="12192000" cy="6858000"/>
          </a:xfrm>
          <a:prstGeom prst="rect">
            <a:avLst/>
          </a:prstGeom>
        </p:spPr>
      </p:pic>
      <p:pic>
        <p:nvPicPr>
          <p:cNvPr id="18" name="Graphic 17">
            <a:extLst>
              <a:ext uri="{FF2B5EF4-FFF2-40B4-BE49-F238E27FC236}">
                <a16:creationId xmlns:a16="http://schemas.microsoft.com/office/drawing/2014/main" id="{935A1578-15A7-4FE7-8BC2-3ADC725AE7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TextBox 15">
            <a:extLst>
              <a:ext uri="{FF2B5EF4-FFF2-40B4-BE49-F238E27FC236}">
                <a16:creationId xmlns:a16="http://schemas.microsoft.com/office/drawing/2014/main" id="{04C2CA56-BD0D-3340-A194-A5965BC60FB6}"/>
              </a:ext>
            </a:extLst>
          </p:cNvPr>
          <p:cNvSpPr txBox="1"/>
          <p:nvPr userDrawn="1"/>
        </p:nvSpPr>
        <p:spPr>
          <a:xfrm>
            <a:off x="989998" y="3646823"/>
            <a:ext cx="2225744" cy="184666"/>
          </a:xfrm>
          <a:prstGeom prst="rect">
            <a:avLst/>
          </a:prstGeom>
          <a:noFill/>
        </p:spPr>
        <p:txBody>
          <a:bodyPr wrap="square" lIns="0" tIns="0" rIns="0" bIns="0" rtlCol="0">
            <a:spAutoFit/>
          </a:bodyPr>
          <a:lstStyle/>
          <a:p>
            <a:pPr marL="0" marR="0" lvl="1" indent="0" algn="l" defTabSz="844083" rtl="0" eaLnBrk="1" fontAlgn="auto" latinLnBrk="0" hangingPunct="1">
              <a:lnSpc>
                <a:spcPct val="100000"/>
              </a:lnSpc>
              <a:spcBef>
                <a:spcPts val="0"/>
              </a:spcBef>
              <a:spcAft>
                <a:spcPts val="554"/>
              </a:spcAft>
              <a:buClrTx/>
              <a:buSzTx/>
              <a:buFontTx/>
              <a:buNone/>
              <a:tabLst/>
              <a:defRPr/>
            </a:pPr>
            <a:r>
              <a:rPr kumimoji="0" lang="en-GB" sz="1200" b="1" i="0" u="none" strike="noStrike" kern="1200" cap="none" spc="0" normalizeH="0" baseline="0" noProof="0">
                <a:ln>
                  <a:noFill/>
                </a:ln>
                <a:solidFill>
                  <a:schemeClr val="bg1"/>
                </a:solidFill>
                <a:effectLst/>
                <a:uLnTx/>
                <a:uFillTx/>
                <a:latin typeface="Arial"/>
                <a:ea typeface="+mn-ea"/>
                <a:cs typeface="+mn-cs"/>
              </a:rPr>
              <a:t>kpmg.com</a:t>
            </a:r>
          </a:p>
        </p:txBody>
      </p:sp>
      <p:sp>
        <p:nvSpPr>
          <p:cNvPr id="4" name="Rectangle 19">
            <a:hlinkClick r:id="rId4"/>
            <a:extLst>
              <a:ext uri="{FF2B5EF4-FFF2-40B4-BE49-F238E27FC236}">
                <a16:creationId xmlns:a16="http://schemas.microsoft.com/office/drawing/2014/main" id="{B857BAAB-2B0C-BB1A-8D21-816335F4CC0A}"/>
              </a:ext>
            </a:extLst>
          </p:cNvPr>
          <p:cNvSpPr/>
          <p:nvPr userDrawn="1"/>
        </p:nvSpPr>
        <p:spPr>
          <a:xfrm>
            <a:off x="978453" y="3670531"/>
            <a:ext cx="845316" cy="1609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0" name="Content Placeholder 1">
            <a:extLst>
              <a:ext uri="{FF2B5EF4-FFF2-40B4-BE49-F238E27FC236}">
                <a16:creationId xmlns:a16="http://schemas.microsoft.com/office/drawing/2014/main" id="{4DE391DA-1ACF-70C8-587B-1C0B43E5451E}"/>
              </a:ext>
            </a:extLst>
          </p:cNvPr>
          <p:cNvSpPr txBox="1">
            <a:spLocks/>
          </p:cNvSpPr>
          <p:nvPr userDrawn="1"/>
        </p:nvSpPr>
        <p:spPr>
          <a:xfrm>
            <a:off x="989997" y="4473073"/>
            <a:ext cx="9156269" cy="1600127"/>
          </a:xfrm>
          <a:prstGeom prst="rect">
            <a:avLst/>
          </a:prstGeom>
        </p:spPr>
        <p:txBody>
          <a:bodyPr lIns="0" tIns="0" rIns="0" bIns="0"/>
          <a:lstStyle>
            <a:lvl1pPr eaLnBrk="1" hangingPunct="1">
              <a:spcAft>
                <a:spcPts val="600"/>
              </a:spcAft>
              <a:defRPr sz="1500" b="1" i="0">
                <a:solidFill>
                  <a:schemeClr val="tx2"/>
                </a:solidFill>
                <a:latin typeface="Arial" panose="020B0603020202020204" pitchFamily="34" charset="0"/>
                <a:cs typeface="Arial" panose="020B0603020202020204" pitchFamily="34" charset="0"/>
              </a:defRPr>
            </a:lvl1pPr>
            <a:lvl2pPr marL="0" indent="0" eaLnBrk="1" hangingPunct="1">
              <a:spcAft>
                <a:spcPts val="600"/>
              </a:spcAft>
              <a:buFontTx/>
              <a:buNone/>
              <a:defRPr sz="1500" b="0" i="0">
                <a:solidFill>
                  <a:schemeClr val="tx2"/>
                </a:solidFill>
                <a:latin typeface="Arial" panose="020B0403020202020204" pitchFamily="34" charset="0"/>
                <a:cs typeface="Arial" panose="020B0403020202020204" pitchFamily="34" charset="0"/>
              </a:defRPr>
            </a:lvl2pPr>
            <a:lvl3pPr marL="285750" indent="-285750" eaLnBrk="1" hangingPunct="1">
              <a:spcAft>
                <a:spcPts val="600"/>
              </a:spcAft>
              <a:buClrTx/>
              <a:buFont typeface="Arial"/>
              <a:buChar char="—"/>
              <a:defRPr sz="1500" b="0" i="0">
                <a:solidFill>
                  <a:schemeClr val="tx2"/>
                </a:solidFill>
                <a:latin typeface="Arial" panose="020B0403020202020204" pitchFamily="34" charset="0"/>
                <a:cs typeface="Arial" panose="020B0403020202020204" pitchFamily="34" charset="0"/>
              </a:defRPr>
            </a:lvl3pPr>
            <a:lvl4pPr marL="571500" indent="-228600" eaLnBrk="1" hangingPunct="1">
              <a:spcAft>
                <a:spcPts val="600"/>
              </a:spcAft>
              <a:buFont typeface="Arial"/>
              <a:buChar char="-"/>
              <a:defRPr sz="1500" b="0" i="0" baseline="0">
                <a:solidFill>
                  <a:schemeClr val="tx2"/>
                </a:solidFill>
                <a:latin typeface="Arial" panose="020B0403020202020204" pitchFamily="34" charset="0"/>
                <a:cs typeface="Arial" panose="020B0403020202020204" pitchFamily="34" charset="0"/>
              </a:defRPr>
            </a:lvl4pPr>
            <a:lvl5pPr eaLnBrk="1" hangingPunct="1">
              <a:spcAft>
                <a:spcPts val="600"/>
              </a:spcAft>
              <a:defRPr sz="1500" b="0" i="0">
                <a:solidFill>
                  <a:schemeClr val="accent5"/>
                </a:solidFill>
                <a:latin typeface="Arial" panose="020B0403020202020204" pitchFamily="34" charset="0"/>
                <a:cs typeface="Arial" panose="020B0403020202020204" pitchFamily="34" charset="0"/>
              </a:defRPr>
            </a:lvl5pPr>
          </a:lstStyle>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The information contained herein is of a general nature and is not intended to address the circumstances of any particular individual or entity. Although we </a:t>
            </a:r>
            <a:r>
              <a:rPr kumimoji="0" lang="en-US" altLang="en-US" sz="1000" b="0" i="0" u="none" strike="noStrike" kern="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rPr>
              <a:t>endeavour</a:t>
            </a: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to provide accurate and timely information, there can be no guarantee that such information is accurate as of the date it is received or that it will continue to be accurate in the future. No one should act on such information without appropriate professional advice after a thorough examination of the particular situation.</a:t>
            </a:r>
          </a:p>
          <a:p>
            <a:pPr marL="0" marR="0" lvl="1" indent="0" algn="l" defTabSz="831281" rtl="0" eaLnBrk="1" fontAlgn="auto" latinLnBrk="0" hangingPunct="1">
              <a:lnSpc>
                <a:spcPct val="100000"/>
              </a:lnSpc>
              <a:spcBef>
                <a:spcPts val="0"/>
              </a:spcBef>
              <a:spcAft>
                <a:spcPts val="600"/>
              </a:spcAft>
              <a:buClrTx/>
              <a:buSzTx/>
              <a:buFontTx/>
              <a:buNone/>
              <a:tabLst/>
              <a:defRPr/>
            </a:pPr>
            <a:r>
              <a:rPr kumimoji="0" lang="es-E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 2026 KPMG, S.A., sociedad anónima española y firma miembro de la organización global de KPMG de firmas miembro independientes afiliadas a KPMG International Limited, sociedad inglesa limitada por garantía. Todos los derechos reservados.</a:t>
            </a:r>
          </a:p>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KPMG refers to the global organization or to one or more of the member firms of KPMG International Limited (“KPMG International”), each of which is a separate legal entity. KPMG International Limited is a private English company limited by guarantee and does not provide services to clients. For more detail about our structure please visit </a:t>
            </a: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hlinkClick r:id="rId5">
                  <a:extLst>
                    <a:ext uri="{A12FA001-AC4F-418D-AE19-62706E023703}">
                      <ahyp:hlinkClr xmlns:ahyp="http://schemas.microsoft.com/office/drawing/2018/hyperlinkcolor" val="tx"/>
                    </a:ext>
                  </a:extLst>
                </a:hlinkClick>
              </a:rPr>
              <a:t>kpmg.com/governance</a:t>
            </a: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a:t>
            </a:r>
          </a:p>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0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The KPMG name and logo are trademarks used under license by the independent member firms of the KPMG global organization.</a:t>
            </a:r>
          </a:p>
        </p:txBody>
      </p:sp>
      <p:sp>
        <p:nvSpPr>
          <p:cNvPr id="11" name="Content Placeholder 1">
            <a:extLst>
              <a:ext uri="{FF2B5EF4-FFF2-40B4-BE49-F238E27FC236}">
                <a16:creationId xmlns:a16="http://schemas.microsoft.com/office/drawing/2014/main" id="{F717DDCE-D1D4-0432-F07F-F351F89794DD}"/>
              </a:ext>
            </a:extLst>
          </p:cNvPr>
          <p:cNvSpPr txBox="1">
            <a:spLocks/>
          </p:cNvSpPr>
          <p:nvPr userDrawn="1"/>
        </p:nvSpPr>
        <p:spPr>
          <a:xfrm>
            <a:off x="989997" y="2851709"/>
            <a:ext cx="9156269" cy="285878"/>
          </a:xfrm>
          <a:prstGeom prst="rect">
            <a:avLst/>
          </a:prstGeom>
        </p:spPr>
        <p:txBody>
          <a:bodyPr lIns="0" tIns="0" rIns="0" bIns="0"/>
          <a:lstStyle>
            <a:lvl1pPr eaLnBrk="1" hangingPunct="1">
              <a:spcAft>
                <a:spcPts val="600"/>
              </a:spcAft>
              <a:defRPr sz="1500" b="1" i="0">
                <a:solidFill>
                  <a:schemeClr val="tx2"/>
                </a:solidFill>
                <a:latin typeface="Arial" panose="020B0603020202020204" pitchFamily="34" charset="0"/>
                <a:cs typeface="Arial" panose="020B0603020202020204" pitchFamily="34" charset="0"/>
              </a:defRPr>
            </a:lvl1pPr>
            <a:lvl2pPr marL="0" indent="0" eaLnBrk="1" hangingPunct="1">
              <a:spcAft>
                <a:spcPts val="600"/>
              </a:spcAft>
              <a:buFontTx/>
              <a:buNone/>
              <a:defRPr sz="1500" b="0" i="0">
                <a:solidFill>
                  <a:schemeClr val="tx2"/>
                </a:solidFill>
                <a:latin typeface="Arial" panose="020B0403020202020204" pitchFamily="34" charset="0"/>
                <a:cs typeface="Arial" panose="020B0403020202020204" pitchFamily="34" charset="0"/>
              </a:defRPr>
            </a:lvl2pPr>
            <a:lvl3pPr marL="285750" indent="-285750" eaLnBrk="1" hangingPunct="1">
              <a:spcAft>
                <a:spcPts val="600"/>
              </a:spcAft>
              <a:buClrTx/>
              <a:buFont typeface="Arial"/>
              <a:buChar char="—"/>
              <a:defRPr sz="1500" b="0" i="0">
                <a:solidFill>
                  <a:schemeClr val="tx2"/>
                </a:solidFill>
                <a:latin typeface="Arial" panose="020B0403020202020204" pitchFamily="34" charset="0"/>
                <a:cs typeface="Arial" panose="020B0403020202020204" pitchFamily="34" charset="0"/>
              </a:defRPr>
            </a:lvl3pPr>
            <a:lvl4pPr marL="571500" indent="-228600" eaLnBrk="1" hangingPunct="1">
              <a:spcAft>
                <a:spcPts val="600"/>
              </a:spcAft>
              <a:buFont typeface="Arial"/>
              <a:buChar char="-"/>
              <a:defRPr sz="1500" b="0" i="0" baseline="0">
                <a:solidFill>
                  <a:schemeClr val="tx2"/>
                </a:solidFill>
                <a:latin typeface="Arial" panose="020B0403020202020204" pitchFamily="34" charset="0"/>
                <a:cs typeface="Arial" panose="020B0403020202020204" pitchFamily="34" charset="0"/>
              </a:defRPr>
            </a:lvl4pPr>
            <a:lvl5pPr eaLnBrk="1" hangingPunct="1">
              <a:spcAft>
                <a:spcPts val="600"/>
              </a:spcAft>
              <a:defRPr sz="1500" b="0" i="0">
                <a:solidFill>
                  <a:schemeClr val="accent5"/>
                </a:solidFill>
                <a:latin typeface="Arial" panose="020B0403020202020204" pitchFamily="34" charset="0"/>
                <a:cs typeface="Arial" panose="020B0403020202020204" pitchFamily="34" charset="0"/>
              </a:defRPr>
            </a:lvl5pPr>
          </a:lstStyle>
          <a:p>
            <a:pPr marL="0" marR="0" lvl="1" indent="0" algn="l" defTabSz="831281" rtl="0" eaLnBrk="1" fontAlgn="auto" latinLnBrk="0" hangingPunct="1">
              <a:lnSpc>
                <a:spcPct val="100000"/>
              </a:lnSpc>
              <a:spcBef>
                <a:spcPts val="0"/>
              </a:spcBef>
              <a:spcAft>
                <a:spcPts val="600"/>
              </a:spcAft>
              <a:buClrTx/>
              <a:buSzTx/>
              <a:buFontTx/>
              <a:buNone/>
              <a:tabLst/>
              <a:defRPr/>
            </a:pPr>
            <a:r>
              <a:rPr kumimoji="0" lang="en-US" altLang="en-US" sz="12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rPr>
              <a:t>Some or all of the services described herein may not be permissible for KPMG audit clients and their affiliates or related entities.</a:t>
            </a:r>
          </a:p>
        </p:txBody>
      </p:sp>
      <p:pic>
        <p:nvPicPr>
          <p:cNvPr id="21" name="Graphic 20">
            <a:extLst>
              <a:ext uri="{FF2B5EF4-FFF2-40B4-BE49-F238E27FC236}">
                <a16:creationId xmlns:a16="http://schemas.microsoft.com/office/drawing/2014/main" id="{C7E3F84B-3ABF-0F58-B395-2C53B6F43AD7}"/>
              </a:ext>
            </a:extLst>
          </p:cNvPr>
          <p:cNvPicPr>
            <a:picLocks noChangeAspect="1"/>
          </p:cNvPicPr>
          <p:nvPr userDrawn="1"/>
        </p:nvPicPr>
        <p:blipFill rotWithShape="1">
          <a:blip>
            <a:extLst>
              <a:ext uri="{28A0092B-C50C-407E-A947-70E740481C1C}">
                <a14:useLocalDpi xmlns:a14="http://schemas.microsoft.com/office/drawing/2010/main"/>
              </a:ext>
              <a:ext uri="{96DAC541-7B7A-43D3-8B79-37D633B846F1}">
                <asvg:svgBlip xmlns:asvg="http://schemas.microsoft.com/office/drawing/2016/SVG/main" r:embed="rId6"/>
              </a:ext>
            </a:extLst>
          </a:blip>
          <a:srcRect l="70775" r="13902"/>
          <a:stretch/>
        </p:blipFill>
        <p:spPr>
          <a:xfrm>
            <a:off x="2769339" y="3937056"/>
            <a:ext cx="477521" cy="404205"/>
          </a:xfrm>
          <a:prstGeom prst="rect">
            <a:avLst/>
          </a:prstGeom>
        </p:spPr>
      </p:pic>
      <p:pic>
        <p:nvPicPr>
          <p:cNvPr id="22" name="Graphic 21">
            <a:extLst>
              <a:ext uri="{FF2B5EF4-FFF2-40B4-BE49-F238E27FC236}">
                <a16:creationId xmlns:a16="http://schemas.microsoft.com/office/drawing/2014/main" id="{BABC8629-1455-C8FC-38D1-67B8A3702567}"/>
              </a:ext>
            </a:extLst>
          </p:cNvPr>
          <p:cNvPicPr>
            <a:picLocks noChangeAspect="1"/>
          </p:cNvPicPr>
          <p:nvPr userDrawn="1"/>
        </p:nvPicPr>
        <p:blipFill rotWithShape="1">
          <a:blip>
            <a:extLst>
              <a:ext uri="{28A0092B-C50C-407E-A947-70E740481C1C}">
                <a14:useLocalDpi xmlns:a14="http://schemas.microsoft.com/office/drawing/2010/main"/>
              </a:ext>
              <a:ext uri="{96DAC541-7B7A-43D3-8B79-37D633B846F1}">
                <asvg:svgBlip xmlns:asvg="http://schemas.microsoft.com/office/drawing/2016/SVG/main" r:embed="rId6"/>
              </a:ext>
            </a:extLst>
          </a:blip>
          <a:srcRect l="28576" r="28648"/>
          <a:stretch/>
        </p:blipFill>
        <p:spPr>
          <a:xfrm>
            <a:off x="988271" y="3937056"/>
            <a:ext cx="1333024" cy="404205"/>
          </a:xfrm>
          <a:prstGeom prst="rect">
            <a:avLst/>
          </a:prstGeom>
        </p:spPr>
      </p:pic>
      <p:sp>
        <p:nvSpPr>
          <p:cNvPr id="23" name="Rectangle 22">
            <a:hlinkClick r:id="rId7"/>
            <a:extLst>
              <a:ext uri="{FF2B5EF4-FFF2-40B4-BE49-F238E27FC236}">
                <a16:creationId xmlns:a16="http://schemas.microsoft.com/office/drawing/2014/main" id="{822A58BF-FC33-5C9F-FA32-5808354EE72B}"/>
              </a:ext>
            </a:extLst>
          </p:cNvPr>
          <p:cNvSpPr/>
          <p:nvPr userDrawn="1"/>
        </p:nvSpPr>
        <p:spPr>
          <a:xfrm>
            <a:off x="1012569" y="3954943"/>
            <a:ext cx="373216"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4" name="Rectangle 23">
            <a:hlinkClick r:id="rId8"/>
            <a:extLst>
              <a:ext uri="{FF2B5EF4-FFF2-40B4-BE49-F238E27FC236}">
                <a16:creationId xmlns:a16="http://schemas.microsoft.com/office/drawing/2014/main" id="{02E6D8FA-4570-97F6-9F69-F273AD9AA340}"/>
              </a:ext>
            </a:extLst>
          </p:cNvPr>
          <p:cNvSpPr/>
          <p:nvPr userDrawn="1"/>
        </p:nvSpPr>
        <p:spPr>
          <a:xfrm>
            <a:off x="1445956" y="3954943"/>
            <a:ext cx="373216"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5" name="Rectangle 24">
            <a:hlinkClick r:id="rId9"/>
            <a:extLst>
              <a:ext uri="{FF2B5EF4-FFF2-40B4-BE49-F238E27FC236}">
                <a16:creationId xmlns:a16="http://schemas.microsoft.com/office/drawing/2014/main" id="{E8988838-4BF8-9ACA-35D1-2E193099A511}"/>
              </a:ext>
            </a:extLst>
          </p:cNvPr>
          <p:cNvSpPr/>
          <p:nvPr userDrawn="1"/>
        </p:nvSpPr>
        <p:spPr>
          <a:xfrm>
            <a:off x="1884106" y="3954943"/>
            <a:ext cx="382742"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6" name="Rectangle 25">
            <a:hlinkClick r:id="rId10"/>
            <a:extLst>
              <a:ext uri="{FF2B5EF4-FFF2-40B4-BE49-F238E27FC236}">
                <a16:creationId xmlns:a16="http://schemas.microsoft.com/office/drawing/2014/main" id="{0EA39AC9-4671-7968-02E3-FA411F248218}"/>
              </a:ext>
            </a:extLst>
          </p:cNvPr>
          <p:cNvSpPr/>
          <p:nvPr userDrawn="1"/>
        </p:nvSpPr>
        <p:spPr>
          <a:xfrm>
            <a:off x="2818654" y="3937056"/>
            <a:ext cx="397088"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27" name="Rectangle 26">
            <a:hlinkClick r:id="rId11"/>
            <a:extLst>
              <a:ext uri="{FF2B5EF4-FFF2-40B4-BE49-F238E27FC236}">
                <a16:creationId xmlns:a16="http://schemas.microsoft.com/office/drawing/2014/main" id="{5750D574-A152-2F3D-251F-ED1E0DA74ED9}"/>
              </a:ext>
            </a:extLst>
          </p:cNvPr>
          <p:cNvSpPr/>
          <p:nvPr userDrawn="1"/>
        </p:nvSpPr>
        <p:spPr>
          <a:xfrm>
            <a:off x="2370858" y="3942824"/>
            <a:ext cx="373216" cy="39205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baseline="-25000">
              <a:solidFill>
                <a:schemeClr val="bg1"/>
              </a:solidFill>
            </a:endParaRPr>
          </a:p>
        </p:txBody>
      </p:sp>
      <p:pic>
        <p:nvPicPr>
          <p:cNvPr id="28" name="Graphic 27">
            <a:extLst>
              <a:ext uri="{FF2B5EF4-FFF2-40B4-BE49-F238E27FC236}">
                <a16:creationId xmlns:a16="http://schemas.microsoft.com/office/drawing/2014/main" id="{43B44CF8-6DA3-678F-607D-C7351E6C260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2345593" y="3937056"/>
            <a:ext cx="404205" cy="404205"/>
          </a:xfrm>
          <a:prstGeom prst="rect">
            <a:avLst/>
          </a:prstGeom>
        </p:spPr>
      </p:pic>
      <p:grpSp>
        <p:nvGrpSpPr>
          <p:cNvPr id="31" name="Group 30">
            <a:extLst>
              <a:ext uri="{FF2B5EF4-FFF2-40B4-BE49-F238E27FC236}">
                <a16:creationId xmlns:a16="http://schemas.microsoft.com/office/drawing/2014/main" id="{577DB995-FDDA-9B25-24C0-E0E8234B657C}"/>
              </a:ext>
            </a:extLst>
          </p:cNvPr>
          <p:cNvGrpSpPr/>
          <p:nvPr userDrawn="1"/>
        </p:nvGrpSpPr>
        <p:grpSpPr>
          <a:xfrm>
            <a:off x="10262377" y="498475"/>
            <a:ext cx="1929623" cy="356658"/>
            <a:chOff x="10262377" y="498475"/>
            <a:chExt cx="1929623" cy="356658"/>
          </a:xfrm>
        </p:grpSpPr>
        <p:sp>
          <p:nvSpPr>
            <p:cNvPr id="32" name="TextBox 31">
              <a:extLst>
                <a:ext uri="{FF2B5EF4-FFF2-40B4-BE49-F238E27FC236}">
                  <a16:creationId xmlns:a16="http://schemas.microsoft.com/office/drawing/2014/main" id="{6CF1A53B-53BE-0B92-D7A3-18DC63116FC9}"/>
                </a:ext>
              </a:extLst>
            </p:cNvPr>
            <p:cNvSpPr txBox="1"/>
            <p:nvPr/>
          </p:nvSpPr>
          <p:spPr>
            <a:xfrm>
              <a:off x="10876943" y="498475"/>
              <a:ext cx="1315057" cy="329719"/>
            </a:xfrm>
            <a:prstGeom prst="rect">
              <a:avLst/>
            </a:prstGeom>
            <a:noFill/>
          </p:spPr>
          <p:txBody>
            <a:bodyPr wrap="square" lIns="0" tIns="0" rIns="0" bIns="0" rtlCol="0" anchor="ctr" anchorCtr="0">
              <a:noAutofit/>
            </a:bodyPr>
            <a:lstStyle/>
            <a:p>
              <a:pPr marL="0" marR="0" lvl="0" indent="0" algn="l" defTabSz="406440" rtl="0" eaLnBrk="1" fontAlgn="auto" latinLnBrk="0" hangingPunct="1">
                <a:lnSpc>
                  <a:spcPct val="8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KPMG Bold"/>
                  <a:ea typeface="+mn-ea"/>
                  <a:cs typeface="+mn-cs"/>
                </a:rPr>
                <a:t>Powered by people. Enabled by AI.</a:t>
              </a:r>
            </a:p>
          </p:txBody>
        </p:sp>
        <p:cxnSp>
          <p:nvCxnSpPr>
            <p:cNvPr id="33" name="Straight Connector 32">
              <a:extLst>
                <a:ext uri="{FF2B5EF4-FFF2-40B4-BE49-F238E27FC236}">
                  <a16:creationId xmlns:a16="http://schemas.microsoft.com/office/drawing/2014/main" id="{72EF08FA-3A93-2AD8-E9C6-302419163755}"/>
                </a:ext>
              </a:extLst>
            </p:cNvPr>
            <p:cNvCxnSpPr>
              <a:cxnSpLocks/>
            </p:cNvCxnSpPr>
            <p:nvPr/>
          </p:nvCxnSpPr>
          <p:spPr>
            <a:xfrm flipV="1">
              <a:off x="10766813" y="499698"/>
              <a:ext cx="0" cy="32971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4" name="Graphic 33">
              <a:extLst>
                <a:ext uri="{FF2B5EF4-FFF2-40B4-BE49-F238E27FC236}">
                  <a16:creationId xmlns:a16="http://schemas.microsoft.com/office/drawing/2014/main" id="{9977B850-5CA9-47D9-0544-433EADD1ACCC}"/>
                </a:ext>
              </a:extLst>
            </p:cNvPr>
            <p:cNvPicPr>
              <a:picLocks noChangeAspect="1"/>
            </p:cNvPicPr>
            <p:nvPr userDrawn="1"/>
          </p:nvPicPr>
          <p:blipFill>
            <a:blip>
              <a:extLst>
                <a:ext uri="{96DAC541-7B7A-43D3-8B79-37D633B846F1}">
                  <asvg:svgBlip xmlns:asvg="http://schemas.microsoft.com/office/drawing/2016/SVG/main" r:embed="rId13"/>
                </a:ext>
              </a:extLst>
            </a:blip>
            <a:srcRect b="29139"/>
            <a:stretch>
              <a:fillRect/>
            </a:stretch>
          </p:blipFill>
          <p:spPr>
            <a:xfrm>
              <a:off x="10262377" y="499368"/>
              <a:ext cx="430340" cy="355765"/>
            </a:xfrm>
            <a:prstGeom prst="rect">
              <a:avLst/>
            </a:prstGeom>
          </p:spPr>
        </p:pic>
      </p:grpSp>
    </p:spTree>
    <p:extLst>
      <p:ext uri="{BB962C8B-B14F-4D97-AF65-F5344CB8AC3E}">
        <p14:creationId xmlns:p14="http://schemas.microsoft.com/office/powerpoint/2010/main" val="175002513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3.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9" Type="http://schemas.openxmlformats.org/officeDocument/2006/relationships/tags" Target="../tags/tag43.xml"/><Relationship Id="rId21" Type="http://schemas.openxmlformats.org/officeDocument/2006/relationships/slideLayout" Target="../slideLayouts/slideLayout53.xml"/><Relationship Id="rId34" Type="http://schemas.openxmlformats.org/officeDocument/2006/relationships/slideLayout" Target="../slideLayouts/slideLayout66.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tags" Target="../tags/tag42.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slideLayout" Target="../slideLayouts/slideLayout64.xml"/><Relationship Id="rId37" Type="http://schemas.openxmlformats.org/officeDocument/2006/relationships/theme" Target="../theme/theme2.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slideLayout" Target="../slideLayouts/slideLayout68.xml"/><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slideLayout" Target="../slideLayouts/slideLayout6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8" Type="http://schemas.openxmlformats.org/officeDocument/2006/relationships/slideLayout" Target="../slideLayouts/slideLayout40.xml"/><Relationship Id="rId3"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Box 24">
            <a:extLst>
              <a:ext uri="{C183D7F6-B498-43B3-948B-1728B52AA6E4}">
                <adec:decorative xmlns:adec="http://schemas.microsoft.com/office/drawing/2017/decorative" val="0"/>
              </a:ext>
            </a:extLst>
          </p:cNvPr>
          <p:cNvSpPr txBox="1"/>
          <p:nvPr userDrawn="1">
            <p:custDataLst>
              <p:tags r:id="rId34"/>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29" name="Shape 8">
            <a:extLs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7" name="Straight Connector 16">
            <a:extLst>
              <a:ext uri="{FF2B5EF4-FFF2-40B4-BE49-F238E27FC236}">
                <a16:creationId xmlns:a16="http://schemas.microsoft.com/office/drawing/2014/main" id="{F024B3B3-3138-44BB-8DDD-6BDCEF24DEDC}"/>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Graphic 8">
            <a:extLst>
              <a:ext uri="{FF2B5EF4-FFF2-40B4-BE49-F238E27FC236}">
                <a16:creationId xmlns:a16="http://schemas.microsoft.com/office/drawing/2014/main" id="{9AC77B96-D96C-4FA2-858B-DEE0A3A7B7B6}"/>
              </a:ext>
              <a:ext uri="{C183D7F6-B498-43B3-948B-1728B52AA6E4}">
                <adec:decorative xmlns:adec="http://schemas.microsoft.com/office/drawing/2017/decorative" val="1"/>
              </a:ext>
            </a:extLst>
          </p:cNvPr>
          <p:cNvSpPr/>
          <p:nvPr/>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8" name="TextBox 7">
            <a:extLst>
              <a:ext uri="{C183D7F6-B498-43B3-948B-1728B52AA6E4}">
                <adec:decorative xmlns:adec="http://schemas.microsoft.com/office/drawing/2017/decorative" val="0"/>
              </a:ext>
            </a:extLst>
          </p:cNvPr>
          <p:cNvSpPr txBox="1"/>
          <p:nvPr userDrawn="1">
            <p:custDataLst>
              <p:tags r:id="rId35"/>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kern="1200" noProof="0">
                <a:solidFill>
                  <a:schemeClr val="bg1">
                    <a:lumMod val="65000"/>
                  </a:schemeClr>
                </a:solidFill>
                <a:latin typeface="+mn-lt"/>
                <a:ea typeface="+mn-ea"/>
                <a:cs typeface="+mn-cs"/>
              </a:rPr>
              <a:t>© 2026 Copyright owned by one or more of the KPMG International entities. KPMG International entities provide no services to clients.  All rights reserved.</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838" r:id="rId1"/>
    <p:sldLayoutId id="2147483958" r:id="rId2"/>
    <p:sldLayoutId id="2147483910" r:id="rId3"/>
    <p:sldLayoutId id="2147483911" r:id="rId4"/>
    <p:sldLayoutId id="2147483912" r:id="rId5"/>
    <p:sldLayoutId id="2147483783" r:id="rId6"/>
    <p:sldLayoutId id="2147483749" r:id="rId7"/>
    <p:sldLayoutId id="2147483666" r:id="rId8"/>
    <p:sldLayoutId id="2147483907" r:id="rId9"/>
    <p:sldLayoutId id="2147483908" r:id="rId10"/>
    <p:sldLayoutId id="2147483916" r:id="rId11"/>
    <p:sldLayoutId id="2147483898" r:id="rId12"/>
    <p:sldLayoutId id="2147483909" r:id="rId13"/>
    <p:sldLayoutId id="2147483902" r:id="rId14"/>
    <p:sldLayoutId id="2147483917" r:id="rId15"/>
    <p:sldLayoutId id="2147483903" r:id="rId16"/>
    <p:sldLayoutId id="2147483897" r:id="rId17"/>
    <p:sldLayoutId id="2147483915" r:id="rId18"/>
    <p:sldLayoutId id="2147483920" r:id="rId19"/>
    <p:sldLayoutId id="2147483919" r:id="rId20"/>
    <p:sldLayoutId id="2147483896" r:id="rId21"/>
    <p:sldLayoutId id="2147483918" r:id="rId22"/>
    <p:sldLayoutId id="2147483906" r:id="rId23"/>
    <p:sldLayoutId id="2147483901" r:id="rId24"/>
    <p:sldLayoutId id="2147483784" r:id="rId25"/>
    <p:sldLayoutId id="2147483895" r:id="rId26"/>
    <p:sldLayoutId id="2147483904" r:id="rId27"/>
    <p:sldLayoutId id="2147483914" r:id="rId28"/>
    <p:sldLayoutId id="2147483913" r:id="rId29"/>
    <p:sldLayoutId id="2147483899" r:id="rId30"/>
    <p:sldLayoutId id="2147483905" r:id="rId31"/>
    <p:sldLayoutId id="2147483959" r:id="rId32"/>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19"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Box 24">
            <a:extLst>
              <a:ext uri="{C183D7F6-B498-43B3-948B-1728B52AA6E4}">
                <adec:decorative xmlns:adec="http://schemas.microsoft.com/office/drawing/2017/decorative" val="0"/>
              </a:ext>
            </a:extLst>
          </p:cNvPr>
          <p:cNvSpPr txBox="1"/>
          <p:nvPr userDrawn="1">
            <p:custDataLst>
              <p:tags r:id="rId38"/>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29" name="Shape 8">
            <a:extLst>
              <a:ext uri="{C183D7F6-B498-43B3-948B-1728B52AA6E4}">
                <adec:decorative xmlns:adec="http://schemas.microsoft.com/office/drawing/2017/decorative" val="0"/>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cxnSp>
        <p:nvCxnSpPr>
          <p:cNvPr id="17" name="Straight Connector 16">
            <a:extLst>
              <a:ext uri="{FF2B5EF4-FFF2-40B4-BE49-F238E27FC236}">
                <a16:creationId xmlns:a16="http://schemas.microsoft.com/office/drawing/2014/main" id="{F024B3B3-3138-44BB-8DDD-6BDCEF24DEDC}"/>
              </a:ext>
              <a:ext uri="{C183D7F6-B498-43B3-948B-1728B52AA6E4}">
                <adec:decorative xmlns:adec="http://schemas.microsoft.com/office/drawing/2017/decorative" val="1"/>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Graphic 8">
            <a:extLst>
              <a:ext uri="{FF2B5EF4-FFF2-40B4-BE49-F238E27FC236}">
                <a16:creationId xmlns:a16="http://schemas.microsoft.com/office/drawing/2014/main" id="{9AC77B96-D96C-4FA2-858B-DEE0A3A7B7B6}"/>
              </a:ext>
              <a:ext uri="{C183D7F6-B498-43B3-948B-1728B52AA6E4}">
                <adec:decorative xmlns:adec="http://schemas.microsoft.com/office/drawing/2017/decorative" val="1"/>
              </a:ext>
            </a:extLst>
          </p:cNvPr>
          <p:cNvSpPr/>
          <p:nvPr/>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8" name="TextBox 7">
            <a:extLst>
              <a:ext uri="{C183D7F6-B498-43B3-948B-1728B52AA6E4}">
                <adec:decorative xmlns:adec="http://schemas.microsoft.com/office/drawing/2017/decorative" val="0"/>
              </a:ext>
            </a:extLst>
          </p:cNvPr>
          <p:cNvSpPr txBox="1"/>
          <p:nvPr userDrawn="1">
            <p:custDataLst>
              <p:tags r:id="rId39"/>
            </p:custDataLst>
          </p:nvPr>
        </p:nvSpPr>
        <p:spPr>
          <a:xfrm>
            <a:off x="1885685" y="6266997"/>
            <a:ext cx="462306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600" b="0" kern="1200" noProof="0">
                <a:solidFill>
                  <a:schemeClr val="bg1">
                    <a:lumMod val="65000"/>
                  </a:schemeClr>
                </a:solidFill>
                <a:latin typeface="+mn-lt"/>
                <a:ea typeface="+mn-ea"/>
                <a:cs typeface="+mn-cs"/>
              </a:rPr>
              <a:t>© 2026 KPMG, S.A., sociedad anónima española y firma miembro de la organización global de KPMG de firmas miembro independientes afiliadas a KPMG International Limited, sociedad inglesa limitada por garantía. Todos los derechos reservados.</a:t>
            </a:r>
            <a:endParaRPr lang="en-US" sz="600" b="0" kern="1200" noProof="0">
              <a:solidFill>
                <a:schemeClr val="bg1">
                  <a:lumMod val="65000"/>
                </a:schemeClr>
              </a:solidFill>
              <a:latin typeface="+mn-lt"/>
              <a:ea typeface="+mn-ea"/>
              <a:cs typeface="+mn-cs"/>
            </a:endParaRPr>
          </a:p>
        </p:txBody>
      </p:sp>
    </p:spTree>
    <p:extLst>
      <p:ext uri="{BB962C8B-B14F-4D97-AF65-F5344CB8AC3E}">
        <p14:creationId xmlns:p14="http://schemas.microsoft.com/office/powerpoint/2010/main" val="876330977"/>
      </p:ext>
    </p:extLst>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 id="2147483934" r:id="rId13"/>
    <p:sldLayoutId id="2147483935" r:id="rId14"/>
    <p:sldLayoutId id="2147483936" r:id="rId15"/>
    <p:sldLayoutId id="2147483937" r:id="rId16"/>
    <p:sldLayoutId id="2147483938" r:id="rId17"/>
    <p:sldLayoutId id="2147483939" r:id="rId18"/>
    <p:sldLayoutId id="2147483940" r:id="rId19"/>
    <p:sldLayoutId id="2147483941" r:id="rId20"/>
    <p:sldLayoutId id="2147483942" r:id="rId21"/>
    <p:sldLayoutId id="2147483943" r:id="rId22"/>
    <p:sldLayoutId id="2147483944" r:id="rId23"/>
    <p:sldLayoutId id="2147483945" r:id="rId24"/>
    <p:sldLayoutId id="2147483946" r:id="rId25"/>
    <p:sldLayoutId id="2147483947" r:id="rId26"/>
    <p:sldLayoutId id="2147483948" r:id="rId27"/>
    <p:sldLayoutId id="2147483949" r:id="rId28"/>
    <p:sldLayoutId id="2147483950" r:id="rId29"/>
    <p:sldLayoutId id="2147483951" r:id="rId30"/>
    <p:sldLayoutId id="2147483952" r:id="rId31"/>
    <p:sldLayoutId id="2147483953" r:id="rId32"/>
    <p:sldLayoutId id="2147483954" r:id="rId33"/>
    <p:sldLayoutId id="2147483955" r:id="rId34"/>
    <p:sldLayoutId id="2147483956" r:id="rId35"/>
    <p:sldLayoutId id="2147483957" r:id="rId36"/>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p15:clr>
            <a:srgbClr val="F26B43"/>
          </p15:clr>
        </p15:guide>
        <p15:guide id="2" pos="619">
          <p15:clr>
            <a:srgbClr val="F26B43"/>
          </p15:clr>
        </p15:guide>
        <p15:guide id="3" pos="7055">
          <p15:clr>
            <a:srgbClr val="F26B43"/>
          </p15:clr>
        </p15:guide>
        <p15:guide id="4" orient="horz" pos="838">
          <p15:clr>
            <a:srgbClr val="F26B43"/>
          </p15:clr>
        </p15:guide>
        <p15:guide id="5" orient="horz" pos="612">
          <p15:clr>
            <a:srgbClr val="F26B43"/>
          </p15:clr>
        </p15:guide>
        <p15:guide id="6" orient="horz" pos="2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customXml" Target="../../customXml/item2.xml"/><Relationship Id="rId1" Type="http://schemas.openxmlformats.org/officeDocument/2006/relationships/customXml" Target="../../customXml/item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DFD847-9F00-4995-8EB7-742288930A19}"/>
              </a:ext>
            </a:extLst>
          </p:cNvPr>
          <p:cNvSpPr>
            <a:spLocks noGrp="1"/>
          </p:cNvSpPr>
          <p:nvPr>
            <p:ph type="ctrTitle"/>
          </p:nvPr>
        </p:nvSpPr>
        <p:spPr>
          <a:xfrm>
            <a:off x="998478" y="1330324"/>
            <a:ext cx="5335647" cy="2889251"/>
          </a:xfrm>
        </p:spPr>
        <p:txBody>
          <a:bodyPr/>
          <a:lstStyle/>
          <a:p>
            <a:r>
              <a:rPr lang="en-GB" sz="9600" noProof="0" dirty="0">
                <a:solidFill>
                  <a:schemeClr val="accent4">
                    <a:lumMod val="40000"/>
                    <a:lumOff val="60000"/>
                  </a:schemeClr>
                </a:solidFill>
                <a:effectLst>
                  <a:glow rad="50800">
                    <a:schemeClr val="accent4">
                      <a:lumMod val="20000"/>
                      <a:lumOff val="80000"/>
                      <a:alpha val="15000"/>
                    </a:schemeClr>
                  </a:glow>
                </a:effectLst>
              </a:rPr>
              <a:t>KPMG AI</a:t>
            </a:r>
            <a:br>
              <a:rPr lang="en-GB" sz="9600" noProof="0" dirty="0"/>
            </a:br>
            <a:r>
              <a:rPr lang="en-GB" sz="9600" noProof="0" dirty="0"/>
              <a:t>     Excellence</a:t>
            </a:r>
            <a:br>
              <a:rPr lang="en-GB" sz="9600" noProof="0" dirty="0"/>
            </a:br>
            <a:r>
              <a:rPr lang="en-GB" sz="9600" noProof="0" dirty="0"/>
              <a:t>              Awards</a:t>
            </a:r>
            <a:endParaRPr lang="en-GB" sz="9600" dirty="0"/>
          </a:p>
        </p:txBody>
      </p:sp>
      <p:sp>
        <p:nvSpPr>
          <p:cNvPr id="8" name="Subtitle 4">
            <a:extLst>
              <a:ext uri="{FF2B5EF4-FFF2-40B4-BE49-F238E27FC236}">
                <a16:creationId xmlns:a16="http://schemas.microsoft.com/office/drawing/2014/main" id="{8C47CBD1-1A8A-6CAF-C90A-4B66A8A6C868}"/>
              </a:ext>
            </a:extLst>
          </p:cNvPr>
          <p:cNvSpPr txBox="1">
            <a:spLocks/>
          </p:cNvSpPr>
          <p:nvPr/>
        </p:nvSpPr>
        <p:spPr>
          <a:xfrm>
            <a:off x="998478" y="6115872"/>
            <a:ext cx="3049647" cy="273834"/>
          </a:xfrm>
          <a:prstGeom prst="rect">
            <a:avLst/>
          </a:prstGeom>
          <a:ln w="3175">
            <a:noFill/>
            <a:prstDash val="lgDash"/>
          </a:ln>
        </p:spPr>
        <p:txBody>
          <a:bodyPr vert="horz" wrap="square" lIns="0" tIns="0" rIns="0" bIns="0" rtlCol="0" anchor="b" anchorCtr="0">
            <a:noAutofit/>
          </a:bodyPr>
          <a:lstStyle>
            <a:lvl1pPr marL="0" indent="0" algn="l" defTabSz="914400" rtl="0" eaLnBrk="1" latinLnBrk="0" hangingPunct="1">
              <a:lnSpc>
                <a:spcPct val="100000"/>
              </a:lnSpc>
              <a:spcBef>
                <a:spcPts val="0"/>
              </a:spcBef>
              <a:spcAft>
                <a:spcPts val="600"/>
              </a:spcAft>
              <a:buFontTx/>
              <a:buNone/>
              <a:defRPr sz="14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400" kern="1200">
                <a:solidFill>
                  <a:schemeClr val="bg1"/>
                </a:solidFill>
                <a:latin typeface="+mn-lt"/>
                <a:ea typeface="+mn-ea"/>
                <a:cs typeface="+mn-cs"/>
              </a:defRPr>
            </a:lvl2pPr>
            <a:lvl3pPr marL="180975" indent="-180975"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a:solidFill>
                  <a:schemeClr val="bg1"/>
                </a:solidFill>
                <a:latin typeface="+mn-lt"/>
                <a:ea typeface="+mn-ea"/>
                <a:cs typeface="+mn-cs"/>
              </a:defRPr>
            </a:lvl3pPr>
            <a:lvl4pPr marL="361950" indent="-180975"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a:solidFill>
                  <a:schemeClr val="bg1"/>
                </a:solidFill>
                <a:latin typeface="+mn-lt"/>
                <a:ea typeface="+mn-ea"/>
                <a:cs typeface="+mn-cs"/>
              </a:defRPr>
            </a:lvl4pPr>
            <a:lvl5pPr marL="542925" indent="-180975"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baseline="0">
                <a:solidFill>
                  <a:schemeClr val="bg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mn-cs"/>
              </a:rPr>
              <a:t>KPMG. Make the Difference.</a:t>
            </a:r>
          </a:p>
        </p:txBody>
      </p:sp>
      <p:sp>
        <p:nvSpPr>
          <p:cNvPr id="11" name="Subtitle 4">
            <a:extLst>
              <a:ext uri="{FF2B5EF4-FFF2-40B4-BE49-F238E27FC236}">
                <a16:creationId xmlns:a16="http://schemas.microsoft.com/office/drawing/2014/main" id="{77865CB4-9CA1-00B2-F193-CFBAD8633494}"/>
              </a:ext>
            </a:extLst>
          </p:cNvPr>
          <p:cNvSpPr txBox="1">
            <a:spLocks/>
          </p:cNvSpPr>
          <p:nvPr/>
        </p:nvSpPr>
        <p:spPr>
          <a:xfrm>
            <a:off x="998478" y="4793467"/>
            <a:ext cx="5211822" cy="734209"/>
          </a:xfrm>
          <a:prstGeom prst="rect">
            <a:avLst/>
          </a:prstGeom>
          <a:ln w="3175">
            <a:noFill/>
            <a:prstDash val="lgDash"/>
          </a:ln>
        </p:spPr>
        <p:txBody>
          <a:bodyPr vert="horz" wrap="square"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4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400" kern="1200">
                <a:solidFill>
                  <a:schemeClr val="bg1"/>
                </a:solidFill>
                <a:latin typeface="+mn-lt"/>
                <a:ea typeface="+mn-ea"/>
                <a:cs typeface="+mn-cs"/>
              </a:defRPr>
            </a:lvl2pPr>
            <a:lvl3pPr marL="180975" indent="-180975"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a:solidFill>
                  <a:schemeClr val="bg1"/>
                </a:solidFill>
                <a:latin typeface="+mn-lt"/>
                <a:ea typeface="+mn-ea"/>
                <a:cs typeface="+mn-cs"/>
              </a:defRPr>
            </a:lvl3pPr>
            <a:lvl4pPr marL="361950" indent="-180975"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a:solidFill>
                  <a:schemeClr val="bg1"/>
                </a:solidFill>
                <a:latin typeface="+mn-lt"/>
                <a:ea typeface="+mn-ea"/>
                <a:cs typeface="+mn-cs"/>
              </a:defRPr>
            </a:lvl4pPr>
            <a:lvl5pPr marL="542925" indent="-180975"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baseline="0">
                <a:solidFill>
                  <a:schemeClr val="bg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2000" dirty="0" err="1">
                <a:solidFill>
                  <a:srgbClr val="FFFFFF"/>
                </a:solidFill>
                <a:latin typeface="Arial"/>
              </a:rPr>
              <a:t>Categoría</a:t>
            </a:r>
            <a:r>
              <a:rPr lang="en-GB" sz="2000" dirty="0">
                <a:solidFill>
                  <a:srgbClr val="FFFFFF"/>
                </a:solidFill>
                <a:latin typeface="Arial"/>
              </a:rPr>
              <a:t>: </a:t>
            </a:r>
            <a:r>
              <a:rPr lang="en-GB" sz="2000" dirty="0" err="1">
                <a:solidFill>
                  <a:srgbClr val="FFFFFF"/>
                </a:solidFill>
                <a:latin typeface="Arial"/>
              </a:rPr>
              <a:t>Innovación</a:t>
            </a:r>
            <a:r>
              <a:rPr lang="en-GB" sz="2000" dirty="0">
                <a:solidFill>
                  <a:srgbClr val="FFFFFF"/>
                </a:solidFill>
                <a:latin typeface="Arial"/>
              </a:rPr>
              <a:t> </a:t>
            </a:r>
            <a:r>
              <a:rPr lang="en-GB" sz="2000" dirty="0" err="1">
                <a:solidFill>
                  <a:srgbClr val="FFFFFF"/>
                </a:solidFill>
                <a:latin typeface="Arial"/>
              </a:rPr>
              <a:t>en</a:t>
            </a:r>
            <a:r>
              <a:rPr lang="en-GB" sz="2000" dirty="0">
                <a:solidFill>
                  <a:srgbClr val="FFFFFF"/>
                </a:solidFill>
                <a:latin typeface="Arial"/>
              </a:rPr>
              <a:t> Offering </a:t>
            </a:r>
            <a:endParaRPr kumimoji="0" lang="en-GB" sz="2000" b="1" i="0" u="none" strike="noStrike" kern="1200" cap="none" spc="0" normalizeH="0" baseline="0" noProof="0" dirty="0">
              <a:ln>
                <a:noFill/>
              </a:ln>
              <a:solidFill>
                <a:srgbClr val="FFFFFF"/>
              </a:solidFill>
              <a:effectLst/>
              <a:uLnTx/>
              <a:uFillTx/>
              <a:latin typeface="Arial"/>
              <a:ea typeface="+mn-ea"/>
              <a:cs typeface="+mn-cs"/>
            </a:endParaRPr>
          </a:p>
        </p:txBody>
      </p:sp>
      <p:sp>
        <p:nvSpPr>
          <p:cNvPr id="12" name="Subtitle 4">
            <a:extLst>
              <a:ext uri="{FF2B5EF4-FFF2-40B4-BE49-F238E27FC236}">
                <a16:creationId xmlns:a16="http://schemas.microsoft.com/office/drawing/2014/main" id="{7BF78C77-A3A6-0F97-A3DD-587DF8A741AF}"/>
              </a:ext>
            </a:extLst>
          </p:cNvPr>
          <p:cNvSpPr txBox="1">
            <a:spLocks/>
          </p:cNvSpPr>
          <p:nvPr/>
        </p:nvSpPr>
        <p:spPr>
          <a:xfrm>
            <a:off x="5486400" y="6115872"/>
            <a:ext cx="1219200" cy="273834"/>
          </a:xfrm>
          <a:prstGeom prst="rect">
            <a:avLst/>
          </a:prstGeom>
          <a:ln w="3175">
            <a:noFill/>
            <a:prstDash val="lgDash"/>
          </a:ln>
        </p:spPr>
        <p:txBody>
          <a:bodyPr vert="horz" wrap="square" lIns="0" tIns="0" rIns="0" bIns="0" rtlCol="0" anchor="b" anchorCtr="0">
            <a:noAutofit/>
          </a:bodyPr>
          <a:lstStyle>
            <a:lvl1pPr marL="0" indent="0" algn="l" defTabSz="914400" rtl="0" eaLnBrk="1" latinLnBrk="0" hangingPunct="1">
              <a:lnSpc>
                <a:spcPct val="100000"/>
              </a:lnSpc>
              <a:spcBef>
                <a:spcPts val="0"/>
              </a:spcBef>
              <a:spcAft>
                <a:spcPts val="600"/>
              </a:spcAft>
              <a:buFontTx/>
              <a:buNone/>
              <a:defRPr sz="14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400" kern="1200">
                <a:solidFill>
                  <a:schemeClr val="bg1"/>
                </a:solidFill>
                <a:latin typeface="+mn-lt"/>
                <a:ea typeface="+mn-ea"/>
                <a:cs typeface="+mn-cs"/>
              </a:defRPr>
            </a:lvl2pPr>
            <a:lvl3pPr marL="180975" indent="-180975"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a:solidFill>
                  <a:schemeClr val="bg1"/>
                </a:solidFill>
                <a:latin typeface="+mn-lt"/>
                <a:ea typeface="+mn-ea"/>
                <a:cs typeface="+mn-cs"/>
              </a:defRPr>
            </a:lvl3pPr>
            <a:lvl4pPr marL="361950" indent="-180975"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a:solidFill>
                  <a:schemeClr val="bg1"/>
                </a:solidFill>
                <a:latin typeface="+mn-lt"/>
                <a:ea typeface="+mn-ea"/>
                <a:cs typeface="+mn-cs"/>
              </a:defRPr>
            </a:lvl4pPr>
            <a:lvl5pPr marL="542925" indent="-180975"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100" kern="1200" baseline="0">
                <a:solidFill>
                  <a:schemeClr val="bg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mn-cs"/>
              </a:rPr>
              <a:t>Junio 2026</a:t>
            </a:r>
          </a:p>
        </p:txBody>
      </p:sp>
    </p:spTree>
    <p:custDataLst>
      <p:custData r:id="rId1"/>
      <p:custData r:id="rId2"/>
    </p:custDataLst>
    <p:extLst>
      <p:ext uri="{BB962C8B-B14F-4D97-AF65-F5344CB8AC3E}">
        <p14:creationId xmlns:p14="http://schemas.microsoft.com/office/powerpoint/2010/main" val="2913470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AAEE89-7BDE-9FAE-15F5-24F25D2D4FAE}"/>
              </a:ext>
            </a:extLst>
          </p:cNvPr>
          <p:cNvSpPr>
            <a:spLocks noGrp="1"/>
          </p:cNvSpPr>
          <p:nvPr>
            <p:ph type="title"/>
          </p:nvPr>
        </p:nvSpPr>
        <p:spPr>
          <a:xfrm>
            <a:off x="488850" y="1530350"/>
            <a:ext cx="2692501" cy="533400"/>
          </a:xfrm>
        </p:spPr>
        <p:txBody>
          <a:bodyPr/>
          <a:lstStyle/>
          <a:p>
            <a:r>
              <a:rPr lang="es-ES">
                <a:solidFill>
                  <a:schemeClr val="bg1"/>
                </a:solidFill>
              </a:rPr>
              <a:t>Contenido</a:t>
            </a:r>
          </a:p>
        </p:txBody>
      </p:sp>
      <p:sp>
        <p:nvSpPr>
          <p:cNvPr id="3" name="Text Placeholder 12">
            <a:extLst>
              <a:ext uri="{FF2B5EF4-FFF2-40B4-BE49-F238E27FC236}">
                <a16:creationId xmlns:a16="http://schemas.microsoft.com/office/drawing/2014/main" id="{170F2D07-A4C0-ACBC-93B1-29B80D3FEAE2}"/>
              </a:ext>
            </a:extLst>
          </p:cNvPr>
          <p:cNvSpPr txBox="1">
            <a:spLocks/>
          </p:cNvSpPr>
          <p:nvPr/>
        </p:nvSpPr>
        <p:spPr>
          <a:xfrm>
            <a:off x="4240313" y="1939924"/>
            <a:ext cx="7389712" cy="2974975"/>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342900" lvl="2" indent="-342900">
              <a:buFont typeface="+mj-lt"/>
              <a:buAutoNum type="arabicPeriod"/>
            </a:pPr>
            <a:r>
              <a:rPr lang="es-ES" sz="1400"/>
              <a:t>Introducción a la categoría</a:t>
            </a:r>
          </a:p>
          <a:p>
            <a:pPr marL="342900" lvl="2" indent="-342900">
              <a:buFont typeface="+mj-lt"/>
              <a:buAutoNum type="arabicPeriod"/>
            </a:pPr>
            <a:r>
              <a:rPr lang="es-ES" sz="1400"/>
              <a:t>Resumen ejecutivo de la candidatura</a:t>
            </a:r>
          </a:p>
          <a:p>
            <a:pPr marL="342900" lvl="2" indent="-342900">
              <a:buFont typeface="+mj-lt"/>
              <a:buAutoNum type="arabicPeriod"/>
            </a:pPr>
            <a:r>
              <a:rPr lang="es-ES" sz="1400"/>
              <a:t>Requisitos mínimos de elegibilidad</a:t>
            </a:r>
          </a:p>
          <a:p>
            <a:pPr marL="342900" lvl="2" indent="-342900">
              <a:buFont typeface="+mj-lt"/>
              <a:buAutoNum type="arabicPeriod"/>
            </a:pPr>
            <a:r>
              <a:rPr lang="es-ES" sz="1400"/>
              <a:t>Descripción del </a:t>
            </a:r>
            <a:r>
              <a:rPr lang="es-ES" sz="1400" err="1"/>
              <a:t>offering</a:t>
            </a:r>
            <a:endParaRPr lang="es-ES" sz="1400"/>
          </a:p>
          <a:p>
            <a:pPr marL="342900" lvl="2" indent="-342900">
              <a:buFont typeface="+mj-lt"/>
              <a:buAutoNum type="arabicPeriod"/>
            </a:pPr>
            <a:r>
              <a:rPr lang="es-ES" sz="1400"/>
              <a:t>Relevancia de mercado</a:t>
            </a:r>
          </a:p>
          <a:p>
            <a:pPr marL="342900" lvl="2" indent="-342900">
              <a:buFont typeface="+mj-lt"/>
              <a:buAutoNum type="arabicPeriod"/>
            </a:pPr>
            <a:r>
              <a:rPr lang="es-ES" sz="1400"/>
              <a:t>Propuesta de valor</a:t>
            </a:r>
          </a:p>
          <a:p>
            <a:pPr marL="342900" lvl="2" indent="-342900">
              <a:buFont typeface="+mj-lt"/>
              <a:buAutoNum type="arabicPeriod"/>
            </a:pPr>
            <a:r>
              <a:rPr lang="es-ES" sz="1400"/>
              <a:t>Viabilidad comercial</a:t>
            </a:r>
          </a:p>
          <a:p>
            <a:pPr marL="342900" lvl="2" indent="-342900">
              <a:buFont typeface="+mj-lt"/>
              <a:buAutoNum type="arabicPeriod"/>
            </a:pPr>
            <a:r>
              <a:rPr lang="es-ES" sz="1400"/>
              <a:t>Madurez del </a:t>
            </a:r>
            <a:r>
              <a:rPr lang="es-ES" sz="1400" err="1"/>
              <a:t>offering</a:t>
            </a:r>
            <a:endParaRPr lang="es-ES" sz="1400"/>
          </a:p>
          <a:p>
            <a:pPr marL="342900" lvl="2" indent="-342900">
              <a:buFont typeface="+mj-lt"/>
              <a:buAutoNum type="arabicPeriod"/>
            </a:pPr>
            <a:r>
              <a:rPr lang="es-ES" sz="1400"/>
              <a:t>Contribución estratégica para KPMG</a:t>
            </a:r>
          </a:p>
          <a:p>
            <a:pPr marL="342900" lvl="2" indent="-342900">
              <a:buFont typeface="+mj-lt"/>
              <a:buAutoNum type="arabicPeriod"/>
            </a:pPr>
            <a:r>
              <a:rPr lang="es-ES" sz="1400"/>
              <a:t>Anexos y evidencias adicionales</a:t>
            </a:r>
          </a:p>
        </p:txBody>
      </p:sp>
    </p:spTree>
    <p:extLst>
      <p:ext uri="{BB962C8B-B14F-4D97-AF65-F5344CB8AC3E}">
        <p14:creationId xmlns:p14="http://schemas.microsoft.com/office/powerpoint/2010/main" val="3643382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B5F55-8135-7BBE-D782-9B12140FA00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15EBC0A-0CC2-0A0F-C0F5-5A8731D80551}"/>
              </a:ext>
            </a:extLst>
          </p:cNvPr>
          <p:cNvSpPr>
            <a:spLocks noGrp="1"/>
          </p:cNvSpPr>
          <p:nvPr>
            <p:ph type="title"/>
          </p:nvPr>
        </p:nvSpPr>
        <p:spPr>
          <a:xfrm>
            <a:off x="488850" y="1530350"/>
            <a:ext cx="2692501" cy="533400"/>
          </a:xfrm>
        </p:spPr>
        <p:txBody>
          <a:bodyPr/>
          <a:lstStyle/>
          <a:p>
            <a:r>
              <a:rPr lang="es-ES">
                <a:solidFill>
                  <a:schemeClr val="bg1"/>
                </a:solidFill>
              </a:rPr>
              <a:t>Introducción a la categoría</a:t>
            </a:r>
          </a:p>
        </p:txBody>
      </p:sp>
      <p:sp>
        <p:nvSpPr>
          <p:cNvPr id="3" name="Text Placeholder 12">
            <a:extLst>
              <a:ext uri="{FF2B5EF4-FFF2-40B4-BE49-F238E27FC236}">
                <a16:creationId xmlns:a16="http://schemas.microsoft.com/office/drawing/2014/main" id="{E30189EA-23A1-DC0E-08CB-595B63522AD6}"/>
              </a:ext>
            </a:extLst>
          </p:cNvPr>
          <p:cNvSpPr txBox="1">
            <a:spLocks/>
          </p:cNvSpPr>
          <p:nvPr/>
        </p:nvSpPr>
        <p:spPr>
          <a:xfrm>
            <a:off x="4240313" y="1939924"/>
            <a:ext cx="7389712" cy="3032125"/>
          </a:xfrm>
          <a:prstGeom prst="rect">
            <a:avLst/>
          </a:prstGeom>
        </p:spPr>
        <p:txBody>
          <a:bodyPr lIns="0" tIns="0" rIns="0" bIns="0"/>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buNone/>
            </a:pPr>
            <a:r>
              <a:rPr lang="es-ES" sz="1400" b="0"/>
              <a:t>Esta categoría reconoce nuevos servicios o capacidades comerciales vinculadas a IA que, en el momento de la evaluación por parte del jurado, estén desarrollados al 100% y tengan potencial real para clientes.</a:t>
            </a:r>
          </a:p>
          <a:p>
            <a:pPr>
              <a:buNone/>
            </a:pPr>
            <a:r>
              <a:rPr lang="es-ES" sz="1400" b="0"/>
              <a:t>La información solicitada permitirá comprobar que la candidatura cumple los criterios mínimos de elegibilidad y facilitará su evaluación por parte de la función correspondiente y, en su caso, del jurado final.</a:t>
            </a:r>
          </a:p>
          <a:p>
            <a:pPr>
              <a:buNone/>
            </a:pPr>
            <a:r>
              <a:rPr lang="es-ES" sz="1400" b="0"/>
              <a:t>En cada diapositiva se indica la información que debéis incluir para completar cada bloque de la candidatura.</a:t>
            </a:r>
          </a:p>
          <a:p>
            <a:pPr>
              <a:buNone/>
            </a:pPr>
            <a:r>
              <a:rPr lang="es-ES" sz="1400" b="0"/>
              <a:t>Se recomienda aportar evidencias siempre que sea posible, evitando incluir información confidencial, datos personales o documentación sensible que no deba compartirse en el marco del concurso.</a:t>
            </a:r>
          </a:p>
        </p:txBody>
      </p:sp>
    </p:spTree>
    <p:extLst>
      <p:ext uri="{BB962C8B-B14F-4D97-AF65-F5344CB8AC3E}">
        <p14:creationId xmlns:p14="http://schemas.microsoft.com/office/powerpoint/2010/main" val="2073487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43594-2C8E-5074-5D2C-BF25BBA700D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C3BE0E9-FA6E-C1D7-27D5-5C567BD7C739}"/>
              </a:ext>
            </a:extLst>
          </p:cNvPr>
          <p:cNvSpPr>
            <a:spLocks noGrp="1"/>
          </p:cNvSpPr>
          <p:nvPr>
            <p:ph type="title"/>
          </p:nvPr>
        </p:nvSpPr>
        <p:spPr/>
        <p:txBody>
          <a:bodyPr/>
          <a:lstStyle/>
          <a:p>
            <a:r>
              <a:rPr lang="es-ES" b="1"/>
              <a:t>Resumen ejecutivo de la candidatura</a:t>
            </a:r>
            <a:endParaRPr lang="es-ES"/>
          </a:p>
        </p:txBody>
      </p:sp>
      <p:sp>
        <p:nvSpPr>
          <p:cNvPr id="5" name="CuadroTexto 4">
            <a:extLst>
              <a:ext uri="{FF2B5EF4-FFF2-40B4-BE49-F238E27FC236}">
                <a16:creationId xmlns:a16="http://schemas.microsoft.com/office/drawing/2014/main" id="{E3481213-A39C-D702-FDA4-81E87190121C}"/>
              </a:ext>
            </a:extLst>
          </p:cNvPr>
          <p:cNvSpPr txBox="1"/>
          <p:nvPr/>
        </p:nvSpPr>
        <p:spPr>
          <a:xfrm>
            <a:off x="1676400" y="1424106"/>
            <a:ext cx="8591550" cy="4185761"/>
          </a:xfrm>
          <a:prstGeom prst="rect">
            <a:avLst/>
          </a:prstGeom>
          <a:solidFill>
            <a:schemeClr val="bg2"/>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000000"/>
                </a:solidFill>
                <a:effectLst/>
                <a:uLnTx/>
                <a:uFillTx/>
                <a:latin typeface="Arial"/>
                <a:ea typeface="+mn-ea"/>
                <a:cs typeface="+mn-cs"/>
              </a:rPr>
              <a:t>Completa este apartado con una visión sintética del </a:t>
            </a:r>
            <a:r>
              <a:rPr kumimoji="0" lang="es-ES" sz="1400" b="0" i="0" u="none" strike="noStrike" kern="1200" cap="none" spc="0" normalizeH="0" baseline="0" noProof="0" err="1">
                <a:ln>
                  <a:noFill/>
                </a:ln>
                <a:solidFill>
                  <a:srgbClr val="000000"/>
                </a:solidFill>
                <a:effectLst/>
                <a:uLnTx/>
                <a:uFillTx/>
                <a:latin typeface="Arial"/>
                <a:ea typeface="+mn-ea"/>
                <a:cs typeface="+mn-cs"/>
              </a:rPr>
              <a:t>offering</a:t>
            </a:r>
            <a:r>
              <a:rPr kumimoji="0" lang="es-ES" sz="1400" b="0" i="0" u="none" strike="noStrike" kern="1200" cap="none" spc="0" normalizeH="0" baseline="0" noProof="0">
                <a:ln>
                  <a:noFill/>
                </a:ln>
                <a:solidFill>
                  <a:srgbClr val="000000"/>
                </a:solidFill>
                <a:effectLst/>
                <a:uLnTx/>
                <a:uFillTx/>
                <a:latin typeface="Arial"/>
                <a:ea typeface="+mn-ea"/>
                <a:cs typeface="+mn-cs"/>
              </a:rPr>
              <a:t>. La información debe permitir entender rápidamente qué servicio o capacidad comercial se propone, qué necesidad de cliente aborda, qué papel desempeña la IA y por qué debería ser reconocido en esta categoría.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400" b="0"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a:ln>
                  <a:noFill/>
                </a:ln>
                <a:solidFill>
                  <a:srgbClr val="000000"/>
                </a:solidFill>
                <a:effectLst/>
                <a:uLnTx/>
                <a:uFillTx/>
                <a:latin typeface="Arial"/>
                <a:ea typeface="+mn-ea"/>
                <a:cs typeface="+mn-cs"/>
              </a:rPr>
              <a:t>Incluye: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a:ln>
                  <a:noFill/>
                </a:ln>
                <a:solidFill>
                  <a:srgbClr val="000000"/>
                </a:solidFill>
                <a:effectLst/>
                <a:uLnTx/>
                <a:uFillTx/>
                <a:latin typeface="Arial"/>
                <a:ea typeface="+mn-ea"/>
                <a:cs typeface="+mn-cs"/>
              </a:rPr>
              <a:t>Nombre del </a:t>
            </a:r>
            <a:r>
              <a:rPr kumimoji="0" lang="es-ES" sz="1400" b="1" i="0" u="none" strike="noStrike" kern="1200" cap="none" spc="0" normalizeH="0" baseline="0" noProof="0" err="1">
                <a:ln>
                  <a:noFill/>
                </a:ln>
                <a:solidFill>
                  <a:srgbClr val="000000"/>
                </a:solidFill>
                <a:effectLst/>
                <a:uLnTx/>
                <a:uFillTx/>
                <a:latin typeface="Arial"/>
                <a:ea typeface="+mn-ea"/>
                <a:cs typeface="+mn-cs"/>
              </a:rPr>
              <a:t>offering</a:t>
            </a:r>
            <a:endParaRPr kumimoji="0" lang="es-ES" sz="1400" b="1" i="0" u="none" strike="noStrike" kern="1200" cap="none" spc="0" normalizeH="0" baseline="0" noProof="0">
              <a:ln>
                <a:noFill/>
              </a:ln>
              <a:solidFill>
                <a:srgbClr val="000000"/>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a:ln>
                  <a:noFill/>
                </a:ln>
                <a:solidFill>
                  <a:srgbClr val="000000"/>
                </a:solidFill>
                <a:effectLst/>
                <a:uLnTx/>
                <a:uFillTx/>
                <a:latin typeface="Arial"/>
                <a:ea typeface="+mn-ea"/>
                <a:cs typeface="+mn-cs"/>
              </a:rPr>
              <a:t>Disciplina por la que se presenta la candidatura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a:ln>
                  <a:noFill/>
                </a:ln>
                <a:solidFill>
                  <a:srgbClr val="000000"/>
                </a:solidFill>
                <a:effectLst/>
                <a:uLnTx/>
                <a:uFillTx/>
                <a:latin typeface="Arial"/>
                <a:ea typeface="+mn-ea"/>
                <a:cs typeface="+mn-cs"/>
              </a:rPr>
              <a:t>Equipo participante y profesional de contacto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a:ln>
                  <a:noFill/>
                </a:ln>
                <a:solidFill>
                  <a:srgbClr val="000000"/>
                </a:solidFill>
                <a:effectLst/>
                <a:uLnTx/>
                <a:uFillTx/>
                <a:latin typeface="Arial"/>
                <a:ea typeface="+mn-ea"/>
                <a:cs typeface="+mn-cs"/>
              </a:rPr>
              <a:t>Cliente objetivo o perfil de cliente al que se dirige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a:ln>
                  <a:noFill/>
                </a:ln>
                <a:solidFill>
                  <a:srgbClr val="000000"/>
                </a:solidFill>
                <a:effectLst/>
                <a:uLnTx/>
                <a:uFillTx/>
                <a:latin typeface="Arial"/>
                <a:ea typeface="+mn-ea"/>
                <a:cs typeface="+mn-cs"/>
              </a:rPr>
              <a:t>Problema, necesidad u oportunidad de mercado que aborda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a:ln>
                  <a:noFill/>
                </a:ln>
                <a:solidFill>
                  <a:srgbClr val="000000"/>
                </a:solidFill>
                <a:effectLst/>
                <a:uLnTx/>
                <a:uFillTx/>
                <a:latin typeface="Arial"/>
                <a:ea typeface="+mn-ea"/>
                <a:cs typeface="+mn-cs"/>
              </a:rPr>
              <a:t>Servicio o capacidad comercial propuesta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a:ln>
                  <a:noFill/>
                </a:ln>
                <a:solidFill>
                  <a:srgbClr val="000000"/>
                </a:solidFill>
                <a:effectLst/>
                <a:uLnTx/>
                <a:uFillTx/>
                <a:latin typeface="Arial"/>
                <a:ea typeface="+mn-ea"/>
                <a:cs typeface="+mn-cs"/>
              </a:rPr>
              <a:t>Papel de la IA en el </a:t>
            </a:r>
            <a:r>
              <a:rPr kumimoji="0" lang="es-ES" sz="1400" b="1" i="0" u="none" strike="noStrike" kern="1200" cap="none" spc="0" normalizeH="0" baseline="0" noProof="0" err="1">
                <a:ln>
                  <a:noFill/>
                </a:ln>
                <a:solidFill>
                  <a:srgbClr val="000000"/>
                </a:solidFill>
                <a:effectLst/>
                <a:uLnTx/>
                <a:uFillTx/>
                <a:latin typeface="Arial"/>
                <a:ea typeface="+mn-ea"/>
                <a:cs typeface="+mn-cs"/>
              </a:rPr>
              <a:t>offering</a:t>
            </a:r>
            <a:endParaRPr kumimoji="0" lang="es-ES" sz="1400" b="1" i="0" u="none" strike="noStrike" kern="1200" cap="none" spc="0" normalizeH="0" baseline="0" noProof="0">
              <a:ln>
                <a:noFill/>
              </a:ln>
              <a:solidFill>
                <a:srgbClr val="000000"/>
              </a:solidFill>
              <a:effectLst/>
              <a:uLnTx/>
              <a:uFillTx/>
              <a:latin typeface="Arial"/>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a:ln>
                  <a:noFill/>
                </a:ln>
                <a:solidFill>
                  <a:srgbClr val="000000"/>
                </a:solidFill>
                <a:effectLst/>
                <a:uLnTx/>
                <a:uFillTx/>
                <a:latin typeface="Arial"/>
                <a:ea typeface="+mn-ea"/>
                <a:cs typeface="+mn-cs"/>
              </a:rPr>
              <a:t>Nivel de desarrollo previsto en el momento de la evaluación por parte del jurado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a:ln>
                  <a:noFill/>
                </a:ln>
                <a:solidFill>
                  <a:srgbClr val="000000"/>
                </a:solidFill>
                <a:effectLst/>
                <a:uLnTx/>
                <a:uFillTx/>
                <a:latin typeface="Arial"/>
                <a:ea typeface="+mn-ea"/>
                <a:cs typeface="+mn-cs"/>
              </a:rPr>
              <a:t>Potencial comercial o de generación de negocio</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ES" sz="1400" b="1" i="0" u="none" strike="noStrike" kern="1200" cap="none" spc="0" normalizeH="0" baseline="0" noProof="0">
                <a:ln>
                  <a:noFill/>
                </a:ln>
                <a:solidFill>
                  <a:srgbClr val="000000"/>
                </a:solidFill>
                <a:effectLst/>
                <a:uLnTx/>
                <a:uFillTx/>
                <a:latin typeface="Arial"/>
                <a:ea typeface="+mn-ea"/>
                <a:cs typeface="+mn-cs"/>
              </a:rPr>
              <a:t>Motivo principal por el que la candidatura debería ser reconocida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400" b="1" i="0" u="none" strike="noStrike" kern="1200" cap="none" spc="0" normalizeH="0" baseline="0" noProof="0">
              <a:ln>
                <a:noFill/>
              </a:ln>
              <a:solidFill>
                <a:srgbClr val="000000"/>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400" b="1" i="0" u="none" strike="noStrike" kern="1200" cap="none" spc="0" normalizeH="0" baseline="0" noProof="0">
                <a:ln>
                  <a:noFill/>
                </a:ln>
                <a:solidFill>
                  <a:srgbClr val="000000"/>
                </a:solidFill>
                <a:effectLst/>
                <a:uLnTx/>
                <a:uFillTx/>
                <a:latin typeface="Arial"/>
                <a:ea typeface="+mn-ea"/>
                <a:cs typeface="+mn-cs"/>
              </a:rPr>
              <a:t>NOTA</a:t>
            </a:r>
            <a:r>
              <a:rPr kumimoji="0" lang="es-ES" sz="1400" b="0" i="0" u="none" strike="noStrike" kern="1200" cap="none" spc="0" normalizeH="0" baseline="0" noProof="0">
                <a:ln>
                  <a:noFill/>
                </a:ln>
                <a:solidFill>
                  <a:srgbClr val="000000"/>
                </a:solidFill>
                <a:effectLst/>
                <a:uLnTx/>
                <a:uFillTx/>
                <a:latin typeface="Arial"/>
                <a:ea typeface="+mn-ea"/>
                <a:cs typeface="+mn-cs"/>
              </a:rPr>
              <a:t>: Esta </a:t>
            </a:r>
            <a:r>
              <a:rPr kumimoji="0" lang="es-ES" sz="1400" b="0" i="0" u="none" strike="noStrike" kern="1200" cap="none" spc="0" normalizeH="0" baseline="0" noProof="0" err="1">
                <a:ln>
                  <a:noFill/>
                </a:ln>
                <a:solidFill>
                  <a:srgbClr val="000000"/>
                </a:solidFill>
                <a:effectLst/>
                <a:uLnTx/>
                <a:uFillTx/>
                <a:latin typeface="Arial"/>
                <a:ea typeface="+mn-ea"/>
                <a:cs typeface="+mn-cs"/>
              </a:rPr>
              <a:t>slide</a:t>
            </a:r>
            <a:r>
              <a:rPr kumimoji="0" lang="es-ES" sz="1400" b="0" i="0" u="none" strike="noStrike" kern="1200" cap="none" spc="0" normalizeH="0" baseline="0" noProof="0">
                <a:ln>
                  <a:noFill/>
                </a:ln>
                <a:solidFill>
                  <a:srgbClr val="000000"/>
                </a:solidFill>
                <a:effectLst/>
                <a:uLnTx/>
                <a:uFillTx/>
                <a:latin typeface="Arial"/>
                <a:ea typeface="+mn-ea"/>
                <a:cs typeface="+mn-cs"/>
              </a:rPr>
              <a:t> debe ser sintética. El detalle sobre mercado, propuesta de valor, viabilidad comercial, madurez y contribución estratégica se desarrollará en las siguientes diapositivas. Aquí solo debe incluirse la información clave para orientar la lectura del jurado.</a:t>
            </a:r>
          </a:p>
        </p:txBody>
      </p:sp>
    </p:spTree>
    <p:extLst>
      <p:ext uri="{BB962C8B-B14F-4D97-AF65-F5344CB8AC3E}">
        <p14:creationId xmlns:p14="http://schemas.microsoft.com/office/powerpoint/2010/main" val="2506032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43594-2C8E-5074-5D2C-BF25BBA700D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C3BE0E9-FA6E-C1D7-27D5-5C567BD7C739}"/>
              </a:ext>
            </a:extLst>
          </p:cNvPr>
          <p:cNvSpPr>
            <a:spLocks noGrp="1"/>
          </p:cNvSpPr>
          <p:nvPr>
            <p:ph type="title"/>
          </p:nvPr>
        </p:nvSpPr>
        <p:spPr/>
        <p:txBody>
          <a:bodyPr/>
          <a:lstStyle/>
          <a:p>
            <a:r>
              <a:rPr lang="es-ES" b="1"/>
              <a:t>Requisitos mínimos de elegibilidad de la candidatura</a:t>
            </a:r>
            <a:endParaRPr lang="es-ES"/>
          </a:p>
        </p:txBody>
      </p:sp>
      <p:sp>
        <p:nvSpPr>
          <p:cNvPr id="4" name="CuadroTexto 3">
            <a:extLst>
              <a:ext uri="{FF2B5EF4-FFF2-40B4-BE49-F238E27FC236}">
                <a16:creationId xmlns:a16="http://schemas.microsoft.com/office/drawing/2014/main" id="{352A9157-B0DE-9355-C6DA-F90014839EB7}"/>
              </a:ext>
            </a:extLst>
          </p:cNvPr>
          <p:cNvSpPr txBox="1"/>
          <p:nvPr/>
        </p:nvSpPr>
        <p:spPr>
          <a:xfrm>
            <a:off x="492238" y="1155700"/>
            <a:ext cx="10925061" cy="5478423"/>
          </a:xfrm>
          <a:prstGeom prst="rect">
            <a:avLst/>
          </a:prstGeom>
          <a:solidFill>
            <a:schemeClr val="bg2"/>
          </a:solidFill>
        </p:spPr>
        <p:txBody>
          <a:bodyPr wrap="square">
            <a:spAutoFit/>
          </a:bodyPr>
          <a:lstStyle/>
          <a:p>
            <a:pPr>
              <a:buNone/>
            </a:pPr>
            <a:r>
              <a:rPr lang="es-ES" sz="1400"/>
              <a:t>Este apartado permite comprobar que la candidatura cumple las condiciones mínimas para ser evaluada en esta categoría. La información aportada debe mostrar que se trata de un </a:t>
            </a:r>
            <a:r>
              <a:rPr lang="es-ES" sz="1400" err="1"/>
              <a:t>offering</a:t>
            </a:r>
            <a:r>
              <a:rPr lang="es-ES" sz="1400"/>
              <a:t> suficientemente definido, vinculado con IA, orientado a una necesidad real de mercado y con potencial razonable para cliente.</a:t>
            </a:r>
          </a:p>
          <a:p>
            <a:pPr>
              <a:buNone/>
            </a:pPr>
            <a:endParaRPr lang="es-ES" sz="1400"/>
          </a:p>
          <a:p>
            <a:pPr>
              <a:buNone/>
            </a:pPr>
            <a:r>
              <a:rPr lang="es-ES" sz="1400"/>
              <a:t>Incluye:</a:t>
            </a:r>
          </a:p>
          <a:p>
            <a:pPr marL="285750" indent="-285750">
              <a:buFont typeface="Arial" panose="020B0604020202020204" pitchFamily="34" charset="0"/>
              <a:buChar char="•"/>
            </a:pPr>
            <a:r>
              <a:rPr lang="es-ES" sz="1400" b="1"/>
              <a:t>Propuesta de servicio definida</a:t>
            </a:r>
            <a:br>
              <a:rPr lang="es-ES" sz="1400"/>
            </a:br>
            <a:r>
              <a:rPr lang="es-ES" sz="1400"/>
              <a:t>Describe qué servicio o capacidad comercial se propone ofrecer. Debe quedar claro qué se vendería al cliente; no basta con una idea general. </a:t>
            </a:r>
          </a:p>
          <a:p>
            <a:pPr marL="285750" indent="-285750">
              <a:buFont typeface="Arial" panose="020B0604020202020204" pitchFamily="34" charset="0"/>
              <a:buChar char="•"/>
            </a:pPr>
            <a:r>
              <a:rPr lang="es-ES" sz="1400" b="1"/>
              <a:t>Vinculación clara con IA</a:t>
            </a:r>
            <a:br>
              <a:rPr lang="es-ES" sz="1400"/>
            </a:br>
            <a:r>
              <a:rPr lang="es-ES" sz="1400"/>
              <a:t>Explica cuál es la relación de la propuesta con la IA: si la IA habilita el servicio, mejora su prestación o responde a una nueva necesidad generada por la IA. </a:t>
            </a:r>
          </a:p>
          <a:p>
            <a:pPr marL="285750" indent="-285750">
              <a:buFont typeface="Arial" panose="020B0604020202020204" pitchFamily="34" charset="0"/>
              <a:buChar char="•"/>
            </a:pPr>
            <a:r>
              <a:rPr lang="es-ES" sz="1400" b="1"/>
              <a:t>Cliente objetivo identificable</a:t>
            </a:r>
            <a:br>
              <a:rPr lang="es-ES" sz="1400"/>
            </a:br>
            <a:r>
              <a:rPr lang="es-ES" sz="1400"/>
              <a:t>Indica el cliente objetivo o perfil de cliente al que se dirige la propuesta: sector, función, tipo de compañía, comprador o decisor. </a:t>
            </a:r>
          </a:p>
          <a:p>
            <a:pPr marL="285750" indent="-285750">
              <a:buFont typeface="Arial" panose="020B0604020202020204" pitchFamily="34" charset="0"/>
              <a:buChar char="•"/>
            </a:pPr>
            <a:r>
              <a:rPr lang="es-ES" sz="1400" b="1"/>
              <a:t>Necesidad real de mercado</a:t>
            </a:r>
            <a:br>
              <a:rPr lang="es-ES" sz="1400"/>
            </a:br>
            <a:r>
              <a:rPr lang="es-ES" sz="1400"/>
              <a:t>Describe la necesidad, oportunidad, riesgo, presión regulatoria, presión competitiva o demanda observable a la que responde el </a:t>
            </a:r>
            <a:r>
              <a:rPr lang="es-ES" sz="1400" err="1"/>
              <a:t>offering</a:t>
            </a:r>
            <a:r>
              <a:rPr lang="es-ES" sz="1400"/>
              <a:t>. </a:t>
            </a:r>
          </a:p>
          <a:p>
            <a:pPr marL="285750" indent="-285750">
              <a:buFont typeface="Arial" panose="020B0604020202020204" pitchFamily="34" charset="0"/>
              <a:buChar char="•"/>
            </a:pPr>
            <a:r>
              <a:rPr lang="es-ES" sz="1400" b="1"/>
              <a:t>Potencial de venta para KPMG</a:t>
            </a:r>
            <a:br>
              <a:rPr lang="es-ES" sz="1400"/>
            </a:br>
            <a:r>
              <a:rPr lang="es-ES" sz="1400"/>
              <a:t>Explica por qué esta propuesta podría ser ofrecida por KPMG y cómo encaja con las capacidades, experiencia, marca, modelo de prestación, estándares o riesgos de la firma. </a:t>
            </a:r>
          </a:p>
          <a:p>
            <a:pPr marL="285750" indent="-285750">
              <a:buFont typeface="Arial" panose="020B0604020202020204" pitchFamily="34" charset="0"/>
              <a:buChar char="•"/>
            </a:pPr>
            <a:r>
              <a:rPr lang="es-ES" sz="1400" b="1"/>
              <a:t>Nivel de desarrollo del </a:t>
            </a:r>
            <a:r>
              <a:rPr lang="es-ES" sz="1400" b="1" err="1"/>
              <a:t>offering</a:t>
            </a:r>
            <a:br>
              <a:rPr lang="es-ES" sz="1400"/>
            </a:br>
            <a:r>
              <a:rPr lang="es-ES" sz="1400"/>
              <a:t>Indica el nivel de desarrollo actual y qué elementos estarán definidos </a:t>
            </a:r>
            <a:r>
              <a:rPr lang="es-ES" sz="1400" b="1"/>
              <a:t>en el momento de la evaluación por parte del jurado</a:t>
            </a:r>
            <a:r>
              <a:rPr lang="es-ES" sz="1400"/>
              <a:t>, cuando el </a:t>
            </a:r>
            <a:r>
              <a:rPr lang="es-ES" sz="1400" err="1"/>
              <a:t>offering</a:t>
            </a:r>
            <a:r>
              <a:rPr lang="es-ES" sz="1400"/>
              <a:t> deberá estar desarrollado al 100%. </a:t>
            </a:r>
          </a:p>
          <a:p>
            <a:pPr marL="285750" indent="-285750">
              <a:buFont typeface="Arial" panose="020B0604020202020204" pitchFamily="34" charset="0"/>
              <a:buChar char="•"/>
            </a:pPr>
            <a:r>
              <a:rPr lang="es-ES" sz="1400" b="1"/>
              <a:t>Evidencias disponibles</a:t>
            </a:r>
            <a:br>
              <a:rPr lang="es-ES" sz="1400"/>
            </a:br>
            <a:r>
              <a:rPr lang="es-ES" sz="1400"/>
              <a:t>Adjunta, cuando sea posible, documentación que respalde la definición, madurez o viabilidad del </a:t>
            </a:r>
            <a:r>
              <a:rPr lang="es-ES" sz="1400" err="1"/>
              <a:t>offering</a:t>
            </a:r>
            <a:r>
              <a:rPr lang="es-ES" sz="1400"/>
              <a:t>: materiales comerciales, alcance, entregables, metodología, piloto, propuesta, credenciales, conversaciones con cliente o caso inicial.</a:t>
            </a:r>
          </a:p>
        </p:txBody>
      </p:sp>
    </p:spTree>
    <p:extLst>
      <p:ext uri="{BB962C8B-B14F-4D97-AF65-F5344CB8AC3E}">
        <p14:creationId xmlns:p14="http://schemas.microsoft.com/office/powerpoint/2010/main" val="4270692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CB7CE-BA88-108F-8BD3-330CA223E1F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B522C47-ABC8-248A-01E0-7C60BB098D10}"/>
              </a:ext>
            </a:extLst>
          </p:cNvPr>
          <p:cNvSpPr>
            <a:spLocks noGrp="1"/>
          </p:cNvSpPr>
          <p:nvPr>
            <p:ph type="title"/>
          </p:nvPr>
        </p:nvSpPr>
        <p:spPr/>
        <p:txBody>
          <a:bodyPr/>
          <a:lstStyle/>
          <a:p>
            <a:r>
              <a:rPr lang="es-ES" b="1"/>
              <a:t>Descripción de la iniciativa</a:t>
            </a:r>
            <a:endParaRPr lang="es-ES"/>
          </a:p>
        </p:txBody>
      </p:sp>
      <p:sp>
        <p:nvSpPr>
          <p:cNvPr id="4" name="CuadroTexto 3">
            <a:extLst>
              <a:ext uri="{FF2B5EF4-FFF2-40B4-BE49-F238E27FC236}">
                <a16:creationId xmlns:a16="http://schemas.microsoft.com/office/drawing/2014/main" id="{A8C6E4D2-7A5B-A102-0823-4554EB5416C5}"/>
              </a:ext>
            </a:extLst>
          </p:cNvPr>
          <p:cNvSpPr txBox="1"/>
          <p:nvPr/>
        </p:nvSpPr>
        <p:spPr>
          <a:xfrm>
            <a:off x="735069" y="965200"/>
            <a:ext cx="10721861" cy="5693866"/>
          </a:xfrm>
          <a:prstGeom prst="rect">
            <a:avLst/>
          </a:prstGeom>
          <a:solidFill>
            <a:schemeClr val="bg2"/>
          </a:solidFill>
        </p:spPr>
        <p:txBody>
          <a:bodyPr wrap="square">
            <a:spAutoFit/>
          </a:bodyPr>
          <a:lstStyle/>
          <a:p>
            <a:pPr>
              <a:buNone/>
            </a:pPr>
            <a:r>
              <a:rPr lang="es-ES" sz="1400"/>
              <a:t>Este apartado permite entender en qué consiste el </a:t>
            </a:r>
            <a:r>
              <a:rPr lang="es-ES" sz="1400" err="1"/>
              <a:t>offering</a:t>
            </a:r>
            <a:r>
              <a:rPr lang="es-ES" sz="1400"/>
              <a:t>, qué necesidad de cliente aborda y cómo se articularía como servicio o capacidad comercial. La información aportada debe explicar de forma clara </a:t>
            </a:r>
            <a:r>
              <a:rPr lang="es-ES" sz="1400" b="1"/>
              <a:t>qué se ofrece, a quién, con qué alcance, qué recibiría el cliente y qué papel desempeña la IA</a:t>
            </a:r>
            <a:r>
              <a:rPr lang="es-ES" sz="1400"/>
              <a:t>.</a:t>
            </a:r>
          </a:p>
          <a:p>
            <a:pPr>
              <a:buNone/>
            </a:pPr>
            <a:endParaRPr lang="es-ES" sz="1400"/>
          </a:p>
          <a:p>
            <a:pPr>
              <a:buNone/>
            </a:pPr>
            <a:r>
              <a:rPr lang="es-ES" sz="1400"/>
              <a:t>Incluye:</a:t>
            </a:r>
          </a:p>
          <a:p>
            <a:pPr marL="285750" indent="-285750">
              <a:buFont typeface="Arial" panose="020B0604020202020204" pitchFamily="34" charset="0"/>
              <a:buChar char="•"/>
            </a:pPr>
            <a:r>
              <a:rPr lang="es-ES" sz="1400" b="1"/>
              <a:t>Descripción del </a:t>
            </a:r>
            <a:r>
              <a:rPr lang="es-ES" sz="1400" b="1" err="1"/>
              <a:t>offering</a:t>
            </a:r>
            <a:br>
              <a:rPr lang="es-ES" sz="1400"/>
            </a:br>
            <a:r>
              <a:rPr lang="es-ES" sz="1400"/>
              <a:t>Explica en qué consiste el servicio o capacidad comercial propuesta y cuál sería su alcance principal. </a:t>
            </a:r>
          </a:p>
          <a:p>
            <a:pPr marL="285750" indent="-285750">
              <a:buFont typeface="Arial" panose="020B0604020202020204" pitchFamily="34" charset="0"/>
              <a:buChar char="•"/>
            </a:pPr>
            <a:r>
              <a:rPr lang="es-ES" sz="1400" b="1"/>
              <a:t>Necesidad de cliente abordada</a:t>
            </a:r>
            <a:br>
              <a:rPr lang="es-ES" sz="1400"/>
            </a:br>
            <a:r>
              <a:rPr lang="es-ES" sz="1400"/>
              <a:t>Describe el problema, necesidad u oportunidad que resuelve para el cliente. Explica el punto de partida y por qué es relevante. </a:t>
            </a:r>
          </a:p>
          <a:p>
            <a:pPr marL="285750" indent="-285750">
              <a:buFont typeface="Arial" panose="020B0604020202020204" pitchFamily="34" charset="0"/>
              <a:buChar char="•"/>
            </a:pPr>
            <a:r>
              <a:rPr lang="es-ES" sz="1400" b="1"/>
              <a:t>Cliente objetivo</a:t>
            </a:r>
            <a:br>
              <a:rPr lang="es-ES" sz="1400"/>
            </a:br>
            <a:r>
              <a:rPr lang="es-ES" sz="1400"/>
              <a:t>Indica a qué tipo de cliente, sector, función, comprador o decisor se dirige la propuesta. </a:t>
            </a:r>
          </a:p>
          <a:p>
            <a:pPr marL="285750" indent="-285750">
              <a:buFont typeface="Arial" panose="020B0604020202020204" pitchFamily="34" charset="0"/>
              <a:buChar char="•"/>
            </a:pPr>
            <a:r>
              <a:rPr lang="es-ES" sz="1400" b="1"/>
              <a:t>Componentes y entregables del servicio</a:t>
            </a:r>
            <a:br>
              <a:rPr lang="es-ES" sz="1400"/>
            </a:br>
            <a:r>
              <a:rPr lang="es-ES" sz="1400"/>
              <a:t>Describe qué recibiría el cliente como parte del </a:t>
            </a:r>
            <a:r>
              <a:rPr lang="es-ES" sz="1400" err="1"/>
              <a:t>offering</a:t>
            </a:r>
            <a:r>
              <a:rPr lang="es-ES" sz="1400"/>
              <a:t>: fases, actividades, entregables, resultados, activos, capacidades o acompañamiento. </a:t>
            </a:r>
          </a:p>
          <a:p>
            <a:pPr marL="285750" indent="-285750">
              <a:buFont typeface="Arial" panose="020B0604020202020204" pitchFamily="34" charset="0"/>
              <a:buChar char="•"/>
            </a:pPr>
            <a:r>
              <a:rPr lang="es-ES" sz="1400" b="1"/>
              <a:t>Papel de la IA</a:t>
            </a:r>
            <a:br>
              <a:rPr lang="es-ES" sz="1400"/>
            </a:br>
            <a:r>
              <a:rPr lang="es-ES" sz="1400"/>
              <a:t>Explica cómo interviene la IA en la propuesta: si habilita el servicio, mejora su prestación, permite nuevos análisis, automatiza partes del proceso o responde a una nueva necesidad generada por la IA. </a:t>
            </a:r>
          </a:p>
          <a:p>
            <a:pPr marL="285750" indent="-285750">
              <a:buFont typeface="Arial" panose="020B0604020202020204" pitchFamily="34" charset="0"/>
              <a:buChar char="•"/>
            </a:pPr>
            <a:r>
              <a:rPr lang="es-ES" sz="1400" b="1"/>
              <a:t>Grado de diferenciación inicial</a:t>
            </a:r>
            <a:br>
              <a:rPr lang="es-ES" sz="1400"/>
            </a:br>
            <a:r>
              <a:rPr lang="es-ES" sz="1400"/>
              <a:t>Resume qué hace que esta propuesta sea diferente frente a un servicio tradicional o frente a la forma actual de abordar esta necesidad. </a:t>
            </a:r>
          </a:p>
          <a:p>
            <a:pPr>
              <a:buNone/>
            </a:pPr>
            <a:br>
              <a:rPr lang="es-ES" sz="1400"/>
            </a:br>
            <a:endParaRPr lang="es-ES" sz="1400"/>
          </a:p>
          <a:p>
            <a:pPr>
              <a:buNone/>
            </a:pPr>
            <a:r>
              <a:rPr lang="es-ES" sz="1400" b="1"/>
              <a:t>Nota: </a:t>
            </a:r>
          </a:p>
          <a:p>
            <a:pPr>
              <a:buNone/>
            </a:pPr>
            <a:r>
              <a:rPr lang="es-ES" sz="1400"/>
              <a:t>La lógica recomendada es: </a:t>
            </a:r>
            <a:r>
              <a:rPr lang="es-ES" sz="1400" b="1"/>
              <a:t>qué se ofrece → para quién → qué necesidad resuelve → qué recibe el cliente → qué papel juega la IA → por qué es diferente</a:t>
            </a:r>
            <a:r>
              <a:rPr lang="es-ES" sz="1400"/>
              <a:t>.</a:t>
            </a:r>
          </a:p>
        </p:txBody>
      </p:sp>
    </p:spTree>
    <p:extLst>
      <p:ext uri="{BB962C8B-B14F-4D97-AF65-F5344CB8AC3E}">
        <p14:creationId xmlns:p14="http://schemas.microsoft.com/office/powerpoint/2010/main" val="858836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4E5D0-3415-626D-4879-F2B525DE4CD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E52C62E-5BBB-1779-BED0-347E16CD754F}"/>
              </a:ext>
            </a:extLst>
          </p:cNvPr>
          <p:cNvSpPr>
            <a:spLocks noGrp="1"/>
          </p:cNvSpPr>
          <p:nvPr>
            <p:ph type="title"/>
          </p:nvPr>
        </p:nvSpPr>
        <p:spPr/>
        <p:txBody>
          <a:bodyPr/>
          <a:lstStyle/>
          <a:p>
            <a:r>
              <a:rPr lang="es-ES" b="1"/>
              <a:t>Relevancia de mercado</a:t>
            </a:r>
            <a:endParaRPr lang="es-ES"/>
          </a:p>
        </p:txBody>
      </p:sp>
      <p:sp>
        <p:nvSpPr>
          <p:cNvPr id="4" name="CuadroTexto 3">
            <a:extLst>
              <a:ext uri="{FF2B5EF4-FFF2-40B4-BE49-F238E27FC236}">
                <a16:creationId xmlns:a16="http://schemas.microsoft.com/office/drawing/2014/main" id="{5CE6204A-56A6-5573-80EB-CC8B0CEA9724}"/>
              </a:ext>
            </a:extLst>
          </p:cNvPr>
          <p:cNvSpPr txBox="1"/>
          <p:nvPr/>
        </p:nvSpPr>
        <p:spPr>
          <a:xfrm>
            <a:off x="419100" y="965200"/>
            <a:ext cx="11353800" cy="5693866"/>
          </a:xfrm>
          <a:prstGeom prst="rect">
            <a:avLst/>
          </a:prstGeom>
          <a:solidFill>
            <a:schemeClr val="bg2"/>
          </a:solidFill>
        </p:spPr>
        <p:txBody>
          <a:bodyPr wrap="square">
            <a:spAutoFit/>
          </a:bodyPr>
          <a:lstStyle/>
          <a:p>
            <a:pPr>
              <a:buNone/>
            </a:pPr>
            <a:r>
              <a:rPr lang="es-ES" sz="1400"/>
              <a:t>Este apartado permite valorar si el </a:t>
            </a:r>
            <a:r>
              <a:rPr lang="es-ES" sz="1400" err="1"/>
              <a:t>offering</a:t>
            </a:r>
            <a:r>
              <a:rPr lang="es-ES" sz="1400"/>
              <a:t> responde a una necesidad relevante, actual o emergente para los clientes. La información aportada debe ayudar a entender </a:t>
            </a:r>
            <a:r>
              <a:rPr lang="es-ES" sz="1400" b="1"/>
              <a:t>por qué esta oportunidad existe, qué la hace prioritaria, a qué mercado aplica y cómo se conecta con la irrupción de la IA</a:t>
            </a:r>
            <a:r>
              <a:rPr lang="es-ES" sz="1400"/>
              <a:t>.</a:t>
            </a:r>
          </a:p>
          <a:p>
            <a:pPr>
              <a:buNone/>
            </a:pPr>
            <a:endParaRPr lang="es-ES" sz="1400"/>
          </a:p>
          <a:p>
            <a:pPr>
              <a:buNone/>
            </a:pPr>
            <a:r>
              <a:rPr lang="es-ES" sz="1400"/>
              <a:t>Incluye:</a:t>
            </a:r>
          </a:p>
          <a:p>
            <a:pPr marL="285750" indent="-285750">
              <a:buFont typeface="Arial" panose="020B0604020202020204" pitchFamily="34" charset="0"/>
              <a:buChar char="•"/>
            </a:pPr>
            <a:r>
              <a:rPr lang="es-ES" sz="1400" b="1"/>
              <a:t>Necesidad de mercado abordada</a:t>
            </a:r>
            <a:br>
              <a:rPr lang="es-ES" sz="1400"/>
            </a:br>
            <a:r>
              <a:rPr lang="es-ES" sz="1400"/>
              <a:t>Explica por qué la necesidad, problema u oportunidad que aborda el </a:t>
            </a:r>
            <a:r>
              <a:rPr lang="es-ES" sz="1400" err="1"/>
              <a:t>offering</a:t>
            </a:r>
            <a:r>
              <a:rPr lang="es-ES" sz="1400"/>
              <a:t> es relevante para el mercado. </a:t>
            </a:r>
          </a:p>
          <a:p>
            <a:pPr marL="285750" indent="-285750">
              <a:buFont typeface="Arial" panose="020B0604020202020204" pitchFamily="34" charset="0"/>
              <a:buChar char="•"/>
            </a:pPr>
            <a:r>
              <a:rPr lang="es-ES" sz="1400" b="1"/>
              <a:t>Urgencia o prioridad para el cliente</a:t>
            </a:r>
            <a:br>
              <a:rPr lang="es-ES" sz="1400"/>
            </a:br>
            <a:r>
              <a:rPr lang="es-ES" sz="1400"/>
              <a:t>Indica por qué esta necesidad podría ser prioritaria para el cliente: presión regulatoria, eficiencia, riesgo, competitividad, transformación, nuevas expectativas del mercado u otros factores. </a:t>
            </a:r>
          </a:p>
          <a:p>
            <a:pPr marL="285750" indent="-285750">
              <a:buFont typeface="Arial" panose="020B0604020202020204" pitchFamily="34" charset="0"/>
              <a:buChar char="•"/>
            </a:pPr>
            <a:r>
              <a:rPr lang="es-ES" sz="1400" b="1"/>
              <a:t>Cliente, sector o función a la que aplica</a:t>
            </a:r>
            <a:br>
              <a:rPr lang="es-ES" sz="1400"/>
            </a:br>
            <a:r>
              <a:rPr lang="es-ES" sz="1400"/>
              <a:t>Indica a qué sectores, tipos de cliente, funciones, compradores o situaciones podría aplicar el </a:t>
            </a:r>
            <a:r>
              <a:rPr lang="es-ES" sz="1400" err="1"/>
              <a:t>offering</a:t>
            </a:r>
            <a:r>
              <a:rPr lang="es-ES" sz="1400"/>
              <a:t>. </a:t>
            </a:r>
          </a:p>
          <a:p>
            <a:pPr marL="285750" indent="-285750">
              <a:buFont typeface="Arial" panose="020B0604020202020204" pitchFamily="34" charset="0"/>
              <a:buChar char="•"/>
            </a:pPr>
            <a:r>
              <a:rPr lang="es-ES" sz="1400" b="1"/>
              <a:t>Tamaño y alcance potencial de la oportunidad</a:t>
            </a:r>
            <a:br>
              <a:rPr lang="es-ES" sz="1400"/>
            </a:br>
            <a:r>
              <a:rPr lang="es-ES" sz="1400"/>
              <a:t>Explica si el </a:t>
            </a:r>
            <a:r>
              <a:rPr lang="es-ES" sz="1400" err="1"/>
              <a:t>offering</a:t>
            </a:r>
            <a:r>
              <a:rPr lang="es-ES" sz="1400"/>
              <a:t> podría aplicarse a un número limitado de clientes, a varios sectores, a una función concreta, a múltiples funciones o a una necesidad transversal de mercado. </a:t>
            </a:r>
          </a:p>
          <a:p>
            <a:pPr marL="285750" indent="-285750">
              <a:buFont typeface="Arial" panose="020B0604020202020204" pitchFamily="34" charset="0"/>
              <a:buChar char="•"/>
            </a:pPr>
            <a:r>
              <a:rPr lang="es-ES" sz="1400" b="1"/>
              <a:t>Conexión con la irrupción de la IA</a:t>
            </a:r>
            <a:br>
              <a:rPr lang="es-ES" sz="1400"/>
            </a:br>
            <a:r>
              <a:rPr lang="es-ES" sz="1400"/>
              <a:t>Explica si la IA ha creado una nueva necesidad, ha acelerado una demanda existente o permite abordar el problema de una forma diferente. </a:t>
            </a:r>
          </a:p>
          <a:p>
            <a:pPr marL="285750" indent="-285750">
              <a:buFont typeface="Arial" panose="020B0604020202020204" pitchFamily="34" charset="0"/>
              <a:buChar char="•"/>
            </a:pPr>
            <a:r>
              <a:rPr lang="es-ES" sz="1400" b="1"/>
              <a:t>Evidencias o referencias disponibles</a:t>
            </a:r>
            <a:br>
              <a:rPr lang="es-ES" sz="1400"/>
            </a:br>
            <a:r>
              <a:rPr lang="es-ES" sz="1400"/>
              <a:t>Adjunta, cuando sea posible, evidencias que respalden la relevancia de la propuesta: conversaciones con clientes, señales de mercado, tendencias sectoriales, demandas recibidas, propuestas previas, </a:t>
            </a:r>
            <a:r>
              <a:rPr lang="es-ES" sz="1400" err="1"/>
              <a:t>benchmarks</a:t>
            </a:r>
            <a:r>
              <a:rPr lang="es-ES" sz="1400"/>
              <a:t> o referencias internas. </a:t>
            </a:r>
          </a:p>
          <a:p>
            <a:pPr>
              <a:buNone/>
            </a:pPr>
            <a:br>
              <a:rPr lang="es-ES" sz="1400"/>
            </a:br>
            <a:endParaRPr lang="es-ES" sz="1400"/>
          </a:p>
          <a:p>
            <a:pPr>
              <a:buNone/>
            </a:pPr>
            <a:r>
              <a:rPr lang="es-ES" sz="1400" b="1"/>
              <a:t>Nota: </a:t>
            </a:r>
          </a:p>
          <a:p>
            <a:pPr>
              <a:buNone/>
            </a:pPr>
            <a:r>
              <a:rPr lang="es-ES" sz="1400"/>
              <a:t>La lógica recomendada es: </a:t>
            </a:r>
            <a:r>
              <a:rPr lang="es-ES" sz="1400" b="1"/>
              <a:t>necesidad de mercado → urgencia → cliente objetivo → tamaño de oportunidad → vínculo con IA → evidencias disponibles</a:t>
            </a:r>
            <a:r>
              <a:rPr lang="es-ES" sz="1400"/>
              <a:t>.</a:t>
            </a:r>
          </a:p>
        </p:txBody>
      </p:sp>
    </p:spTree>
    <p:extLst>
      <p:ext uri="{BB962C8B-B14F-4D97-AF65-F5344CB8AC3E}">
        <p14:creationId xmlns:p14="http://schemas.microsoft.com/office/powerpoint/2010/main" val="1368775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51954-9764-28A4-C88C-742791A5F95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805747D-2C78-BE7B-F087-27C5065E2E04}"/>
              </a:ext>
            </a:extLst>
          </p:cNvPr>
          <p:cNvSpPr>
            <a:spLocks noGrp="1"/>
          </p:cNvSpPr>
          <p:nvPr>
            <p:ph type="title"/>
          </p:nvPr>
        </p:nvSpPr>
        <p:spPr/>
        <p:txBody>
          <a:bodyPr/>
          <a:lstStyle/>
          <a:p>
            <a:r>
              <a:rPr lang="es-ES"/>
              <a:t>Propuesta de valor</a:t>
            </a:r>
          </a:p>
        </p:txBody>
      </p:sp>
      <p:sp>
        <p:nvSpPr>
          <p:cNvPr id="4" name="CuadroTexto 3">
            <a:extLst>
              <a:ext uri="{FF2B5EF4-FFF2-40B4-BE49-F238E27FC236}">
                <a16:creationId xmlns:a16="http://schemas.microsoft.com/office/drawing/2014/main" id="{A819EAE8-4ED3-288F-7961-FCB7D7016E3C}"/>
              </a:ext>
            </a:extLst>
          </p:cNvPr>
          <p:cNvSpPr txBox="1"/>
          <p:nvPr/>
        </p:nvSpPr>
        <p:spPr>
          <a:xfrm>
            <a:off x="577850" y="1012954"/>
            <a:ext cx="11036300" cy="4832092"/>
          </a:xfrm>
          <a:prstGeom prst="rect">
            <a:avLst/>
          </a:prstGeom>
          <a:solidFill>
            <a:schemeClr val="bg2"/>
          </a:solidFill>
        </p:spPr>
        <p:txBody>
          <a:bodyPr wrap="square">
            <a:spAutoFit/>
          </a:bodyPr>
          <a:lstStyle/>
          <a:p>
            <a:pPr>
              <a:buNone/>
            </a:pPr>
            <a:r>
              <a:rPr lang="es-ES" sz="1400"/>
              <a:t>Este apartado permite identificar el valor diferencial que el </a:t>
            </a:r>
            <a:r>
              <a:rPr lang="es-ES" sz="1400" err="1"/>
              <a:t>offering</a:t>
            </a:r>
            <a:r>
              <a:rPr lang="es-ES" sz="1400"/>
              <a:t> aportaría al cliente y su encaje frente a servicios actuales o alternativas de mercado. La información aportada debe explicar </a:t>
            </a:r>
            <a:r>
              <a:rPr lang="es-ES" sz="1400" b="1"/>
              <a:t>qué beneficio genera, por qué es relevante y qué elementos lo hacen distintivo</a:t>
            </a:r>
            <a:r>
              <a:rPr lang="es-ES" sz="1400"/>
              <a:t>.</a:t>
            </a:r>
          </a:p>
          <a:p>
            <a:pPr>
              <a:buNone/>
            </a:pPr>
            <a:endParaRPr lang="es-ES" sz="1400"/>
          </a:p>
          <a:p>
            <a:pPr>
              <a:buNone/>
            </a:pPr>
            <a:r>
              <a:rPr lang="es-ES" sz="1400"/>
              <a:t>Incluye:</a:t>
            </a:r>
          </a:p>
          <a:p>
            <a:pPr marL="285750" indent="-285750">
              <a:buFont typeface="Arial" panose="020B0604020202020204" pitchFamily="34" charset="0"/>
              <a:buChar char="•"/>
            </a:pPr>
            <a:r>
              <a:rPr lang="es-ES" sz="1400" b="1"/>
              <a:t>Beneficio principal para el cliente</a:t>
            </a:r>
            <a:br>
              <a:rPr lang="es-ES" sz="1400"/>
            </a:br>
            <a:r>
              <a:rPr lang="es-ES" sz="1400"/>
              <a:t>Describe qué mejora concreta aportaría el </a:t>
            </a:r>
            <a:r>
              <a:rPr lang="es-ES" sz="1400" err="1"/>
              <a:t>offering</a:t>
            </a:r>
            <a:r>
              <a:rPr lang="es-ES" sz="1400"/>
              <a:t>: eficiencia, reducción de riesgos, cumplimiento, calidad, toma de decisiones, transformación, experiencia, productividad o generación de valor. </a:t>
            </a:r>
          </a:p>
          <a:p>
            <a:pPr marL="285750" indent="-285750">
              <a:buFont typeface="Arial" panose="020B0604020202020204" pitchFamily="34" charset="0"/>
              <a:buChar char="•"/>
            </a:pPr>
            <a:r>
              <a:rPr lang="es-ES" sz="1400" b="1"/>
              <a:t>Resultados esperados</a:t>
            </a:r>
            <a:br>
              <a:rPr lang="es-ES" sz="1400"/>
            </a:br>
            <a:r>
              <a:rPr lang="es-ES" sz="1400"/>
              <a:t>Explica qué resultados tangibles podría obtener el cliente al contratar este servicio o capacidad. </a:t>
            </a:r>
          </a:p>
          <a:p>
            <a:pPr marL="285750" indent="-285750">
              <a:buFont typeface="Arial" panose="020B0604020202020204" pitchFamily="34" charset="0"/>
              <a:buChar char="•"/>
            </a:pPr>
            <a:r>
              <a:rPr lang="es-ES" sz="1400" b="1"/>
              <a:t>Diferenciación frente a servicios actuales de KPMG</a:t>
            </a:r>
            <a:br>
              <a:rPr lang="es-ES" sz="1400"/>
            </a:br>
            <a:r>
              <a:rPr lang="es-ES" sz="1400"/>
              <a:t>Indica en qué se diferencia esta propuesta de otros servicios que ya ofrece la firma. Evita presentar como innovación algo que sea solo un servicio existente con una capa narrativa de IA. </a:t>
            </a:r>
          </a:p>
          <a:p>
            <a:pPr marL="285750" indent="-285750">
              <a:buFont typeface="Arial" panose="020B0604020202020204" pitchFamily="34" charset="0"/>
              <a:buChar char="•"/>
            </a:pPr>
            <a:r>
              <a:rPr lang="es-ES" sz="1400" b="1"/>
              <a:t>Diferenciación frente a alternativas de mercado</a:t>
            </a:r>
            <a:br>
              <a:rPr lang="es-ES" sz="1400"/>
            </a:br>
            <a:r>
              <a:rPr lang="es-ES" sz="1400"/>
              <a:t>Explica qué elementos podrían hacer que esta propuesta sea distintiva frente a competidores u otras soluciones: metodología, activos, experiencia sectorial, enfoque </a:t>
            </a:r>
            <a:r>
              <a:rPr lang="es-ES" sz="1400" err="1"/>
              <a:t>Trusted</a:t>
            </a:r>
            <a:r>
              <a:rPr lang="es-ES" sz="1400"/>
              <a:t> AI, capacidades tecnológicas, datos, conocimiento regulatorio o modelo de </a:t>
            </a:r>
            <a:r>
              <a:rPr lang="es-ES" sz="1400" err="1"/>
              <a:t>delivery</a:t>
            </a:r>
            <a:r>
              <a:rPr lang="es-ES" sz="1400"/>
              <a:t>. </a:t>
            </a:r>
          </a:p>
          <a:p>
            <a:pPr marL="285750" indent="-285750">
              <a:buFont typeface="Arial" panose="020B0604020202020204" pitchFamily="34" charset="0"/>
              <a:buChar char="•"/>
            </a:pPr>
            <a:r>
              <a:rPr lang="es-ES" sz="1400" b="1"/>
              <a:t>Elementos defendibles de la propuesta</a:t>
            </a:r>
            <a:br>
              <a:rPr lang="es-ES" sz="1400"/>
            </a:br>
            <a:r>
              <a:rPr lang="es-ES" sz="1400"/>
              <a:t>Indica qué aspectos serían difíciles de replicar o especialmente valiosos para el cliente. </a:t>
            </a:r>
          </a:p>
          <a:p>
            <a:pPr>
              <a:buNone/>
            </a:pPr>
            <a:br>
              <a:rPr lang="es-ES" sz="1400"/>
            </a:br>
            <a:endParaRPr lang="es-ES" sz="1400"/>
          </a:p>
          <a:p>
            <a:pPr>
              <a:buNone/>
            </a:pPr>
            <a:r>
              <a:rPr lang="es-ES" sz="1400" b="1"/>
              <a:t>Nota</a:t>
            </a:r>
          </a:p>
          <a:p>
            <a:pPr>
              <a:buNone/>
            </a:pPr>
            <a:r>
              <a:rPr lang="es-ES" sz="1400"/>
              <a:t>La lógica recomendada es:</a:t>
            </a:r>
          </a:p>
          <a:p>
            <a:pPr>
              <a:buNone/>
            </a:pPr>
            <a:r>
              <a:rPr lang="es-ES" sz="1400" b="1"/>
              <a:t>beneficio para el cliente → resultados esperados → diferenciación interna → diferenciación externa → elementos defendibles</a:t>
            </a:r>
            <a:r>
              <a:rPr lang="es-ES" sz="1400"/>
              <a:t>.</a:t>
            </a:r>
          </a:p>
        </p:txBody>
      </p:sp>
    </p:spTree>
    <p:extLst>
      <p:ext uri="{BB962C8B-B14F-4D97-AF65-F5344CB8AC3E}">
        <p14:creationId xmlns:p14="http://schemas.microsoft.com/office/powerpoint/2010/main" val="3873057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97400-2111-68A2-2BEE-74B4D488B03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F9349FB-D060-A045-72B0-12205827BF2B}"/>
              </a:ext>
            </a:extLst>
          </p:cNvPr>
          <p:cNvSpPr>
            <a:spLocks noGrp="1"/>
          </p:cNvSpPr>
          <p:nvPr>
            <p:ph type="title"/>
          </p:nvPr>
        </p:nvSpPr>
        <p:spPr/>
        <p:txBody>
          <a:bodyPr/>
          <a:lstStyle/>
          <a:p>
            <a:r>
              <a:rPr lang="es-ES" b="1"/>
              <a:t>Viabilidad comercial</a:t>
            </a:r>
            <a:endParaRPr lang="es-ES"/>
          </a:p>
        </p:txBody>
      </p:sp>
      <p:sp>
        <p:nvSpPr>
          <p:cNvPr id="4" name="CuadroTexto 3">
            <a:extLst>
              <a:ext uri="{FF2B5EF4-FFF2-40B4-BE49-F238E27FC236}">
                <a16:creationId xmlns:a16="http://schemas.microsoft.com/office/drawing/2014/main" id="{D9C84EFB-F3BA-A607-E93E-65A1699750DB}"/>
              </a:ext>
            </a:extLst>
          </p:cNvPr>
          <p:cNvSpPr txBox="1"/>
          <p:nvPr/>
        </p:nvSpPr>
        <p:spPr>
          <a:xfrm>
            <a:off x="533400" y="863600"/>
            <a:ext cx="11328400" cy="6124754"/>
          </a:xfrm>
          <a:prstGeom prst="rect">
            <a:avLst/>
          </a:prstGeom>
          <a:solidFill>
            <a:schemeClr val="bg2"/>
          </a:solidFill>
        </p:spPr>
        <p:txBody>
          <a:bodyPr wrap="square">
            <a:spAutoFit/>
          </a:bodyPr>
          <a:lstStyle/>
          <a:p>
            <a:pPr>
              <a:buNone/>
            </a:pPr>
            <a:r>
              <a:rPr lang="es-ES" sz="1400"/>
              <a:t>Este apartado permite valorar el potencial real del </a:t>
            </a:r>
            <a:r>
              <a:rPr lang="es-ES" sz="1400" err="1"/>
              <a:t>offering</a:t>
            </a:r>
            <a:r>
              <a:rPr lang="es-ES" sz="1400"/>
              <a:t> para convertirse en una oportunidad comercial para KPMG. La información aportada debe ayudar a entender </a:t>
            </a:r>
            <a:r>
              <a:rPr lang="es-ES" sz="1400" b="1"/>
              <a:t>quién lo compraría, cómo se vendería o prestaría, qué recorrido comercial podría tener y si puede escalarse a otros clientes, sectores o funciones</a:t>
            </a:r>
            <a:r>
              <a:rPr lang="es-ES" sz="1400"/>
              <a:t>.</a:t>
            </a:r>
          </a:p>
          <a:p>
            <a:pPr>
              <a:buNone/>
            </a:pPr>
            <a:endParaRPr lang="es-ES" sz="1400"/>
          </a:p>
          <a:p>
            <a:pPr>
              <a:buNone/>
            </a:pPr>
            <a:r>
              <a:rPr lang="es-ES" sz="1400"/>
              <a:t>Incluye:</a:t>
            </a:r>
          </a:p>
          <a:p>
            <a:pPr marL="285750" indent="-285750">
              <a:buFont typeface="Arial" panose="020B0604020202020204" pitchFamily="34" charset="0"/>
              <a:buChar char="•"/>
            </a:pPr>
            <a:r>
              <a:rPr lang="es-ES" sz="1400" b="1"/>
              <a:t>Comprador o decisor objetivo</a:t>
            </a:r>
            <a:br>
              <a:rPr lang="es-ES" sz="1400"/>
            </a:br>
            <a:r>
              <a:rPr lang="es-ES" sz="1400"/>
              <a:t>Indica quién sería el comprador, decisor o área cliente principal para este </a:t>
            </a:r>
            <a:r>
              <a:rPr lang="es-ES" sz="1400" err="1"/>
              <a:t>offering</a:t>
            </a:r>
            <a:r>
              <a:rPr lang="es-ES" sz="1400"/>
              <a:t>: CEO, COO, CIO, CDO, Legal, Risk, HR, Tax, Audit </a:t>
            </a:r>
            <a:r>
              <a:rPr lang="es-ES" sz="1400" err="1"/>
              <a:t>Committee</a:t>
            </a:r>
            <a:r>
              <a:rPr lang="es-ES" sz="1400"/>
              <a:t> u otros perfiles relevantes. </a:t>
            </a:r>
          </a:p>
          <a:p>
            <a:pPr marL="285750" indent="-285750">
              <a:buFont typeface="Arial" panose="020B0604020202020204" pitchFamily="34" charset="0"/>
              <a:buChar char="•"/>
            </a:pPr>
            <a:r>
              <a:rPr lang="es-ES" sz="1400" b="1"/>
              <a:t>Modelo de venta o prestación</a:t>
            </a:r>
            <a:br>
              <a:rPr lang="es-ES" sz="1400"/>
            </a:br>
            <a:r>
              <a:rPr lang="es-ES" sz="1400"/>
              <a:t>Describe cómo se podría vender o prestar el </a:t>
            </a:r>
            <a:r>
              <a:rPr lang="es-ES" sz="1400" err="1"/>
              <a:t>offering</a:t>
            </a:r>
            <a:r>
              <a:rPr lang="es-ES" sz="1400"/>
              <a:t>: diagnóstico, proyecto cerrado, acompañamiento, </a:t>
            </a:r>
            <a:r>
              <a:rPr lang="es-ES" sz="1400" err="1"/>
              <a:t>managed</a:t>
            </a:r>
            <a:r>
              <a:rPr lang="es-ES" sz="1400"/>
              <a:t> </a:t>
            </a:r>
            <a:r>
              <a:rPr lang="es-ES" sz="1400" err="1"/>
              <a:t>service</a:t>
            </a:r>
            <a:r>
              <a:rPr lang="es-ES" sz="1400"/>
              <a:t>, acelerador, revisión, implantación, formación u otro modelo. </a:t>
            </a:r>
          </a:p>
          <a:p>
            <a:pPr marL="285750" indent="-285750">
              <a:buFont typeface="Arial" panose="020B0604020202020204" pitchFamily="34" charset="0"/>
              <a:buChar char="•"/>
            </a:pPr>
            <a:r>
              <a:rPr lang="es-ES" sz="1400" b="1"/>
              <a:t>Potencial comercial</a:t>
            </a:r>
            <a:br>
              <a:rPr lang="es-ES" sz="1400"/>
            </a:br>
            <a:r>
              <a:rPr lang="es-ES" sz="1400"/>
              <a:t>Explica qué oportunidad comercial podría generar: hipótesis de ingresos, pipeline, oportunidades identificadas, conversaciones con cliente, recurrencia o posibilidad de abrir nuevas conversaciones. </a:t>
            </a:r>
          </a:p>
          <a:p>
            <a:pPr marL="285750" indent="-285750">
              <a:buFont typeface="Arial" panose="020B0604020202020204" pitchFamily="34" charset="0"/>
              <a:buChar char="•"/>
            </a:pPr>
            <a:r>
              <a:rPr lang="es-ES" sz="1400" b="1"/>
              <a:t>Escalabilidad comercial</a:t>
            </a:r>
            <a:br>
              <a:rPr lang="es-ES" sz="1400"/>
            </a:br>
            <a:r>
              <a:rPr lang="es-ES" sz="1400"/>
              <a:t>Indica si el </a:t>
            </a:r>
            <a:r>
              <a:rPr lang="es-ES" sz="1400" err="1"/>
              <a:t>offering</a:t>
            </a:r>
            <a:r>
              <a:rPr lang="es-ES" sz="1400"/>
              <a:t> podría aplicarse a más de un cliente, sector, función o caso de uso. Explica dónde podría replicarse y qué grado de adaptación requeriría. </a:t>
            </a:r>
          </a:p>
          <a:p>
            <a:pPr marL="285750" indent="-285750">
              <a:buFont typeface="Arial" panose="020B0604020202020204" pitchFamily="34" charset="0"/>
              <a:buChar char="•"/>
            </a:pPr>
            <a:r>
              <a:rPr lang="es-ES" sz="1400" b="1"/>
              <a:t>Cross-</a:t>
            </a:r>
            <a:r>
              <a:rPr lang="es-ES" sz="1400" b="1" err="1"/>
              <a:t>selling</a:t>
            </a:r>
            <a:r>
              <a:rPr lang="es-ES" sz="1400" b="1"/>
              <a:t> y colaboración interna</a:t>
            </a:r>
            <a:br>
              <a:rPr lang="es-ES" sz="1400"/>
            </a:br>
            <a:r>
              <a:rPr lang="es-ES" sz="1400"/>
              <a:t>Indica si la propuesta podría generar oportunidades de colaboración entre distintas disciplinas, funciones, sectores o capacidades de KPMG, y qué valor aportaría cada una. </a:t>
            </a:r>
          </a:p>
          <a:p>
            <a:pPr marL="285750" indent="-285750">
              <a:buFont typeface="Arial" panose="020B0604020202020204" pitchFamily="34" charset="0"/>
              <a:buChar char="•"/>
            </a:pPr>
            <a:r>
              <a:rPr lang="es-ES" sz="1400" b="1"/>
              <a:t>Evidencias o señales comerciales</a:t>
            </a:r>
            <a:br>
              <a:rPr lang="es-ES" sz="1400"/>
            </a:br>
            <a:r>
              <a:rPr lang="es-ES" sz="1400"/>
              <a:t>Adjunta, cuando sea posible, evidencias que respalden la viabilidad comercial: conversaciones con clientes, propuestas emitidas, interés recibido, casos similares, credenciales, pipeline o referencias internas. </a:t>
            </a:r>
          </a:p>
          <a:p>
            <a:pPr>
              <a:buNone/>
            </a:pPr>
            <a:br>
              <a:rPr lang="es-ES" sz="1400"/>
            </a:br>
            <a:r>
              <a:rPr lang="es-ES" sz="1400" b="1"/>
              <a:t>Nota </a:t>
            </a:r>
          </a:p>
          <a:p>
            <a:pPr>
              <a:buNone/>
            </a:pPr>
            <a:r>
              <a:rPr lang="es-ES" sz="1400"/>
              <a:t>La lógica recomendada es:</a:t>
            </a:r>
          </a:p>
          <a:p>
            <a:pPr>
              <a:buNone/>
            </a:pPr>
            <a:r>
              <a:rPr lang="es-ES" sz="1400" b="1"/>
              <a:t>quién compra → cómo se vende → qué oportunidad genera → cómo escala → qué colaboración activa → qué evidencias existen</a:t>
            </a:r>
            <a:endParaRPr lang="es-ES" sz="1400"/>
          </a:p>
        </p:txBody>
      </p:sp>
    </p:spTree>
    <p:extLst>
      <p:ext uri="{BB962C8B-B14F-4D97-AF65-F5344CB8AC3E}">
        <p14:creationId xmlns:p14="http://schemas.microsoft.com/office/powerpoint/2010/main" val="2028753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49382-BC4C-F49F-F15B-99AD796248A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0DF392A-FB0C-9049-FFE4-F1CF4B736AA2}"/>
              </a:ext>
            </a:extLst>
          </p:cNvPr>
          <p:cNvSpPr>
            <a:spLocks noGrp="1"/>
          </p:cNvSpPr>
          <p:nvPr>
            <p:ph type="title"/>
          </p:nvPr>
        </p:nvSpPr>
        <p:spPr/>
        <p:txBody>
          <a:bodyPr/>
          <a:lstStyle/>
          <a:p>
            <a:r>
              <a:rPr lang="es-ES" b="1"/>
              <a:t>Madurez del </a:t>
            </a:r>
            <a:r>
              <a:rPr lang="es-ES" b="1" err="1"/>
              <a:t>offering</a:t>
            </a:r>
            <a:r>
              <a:rPr lang="es-ES" b="1"/>
              <a:t> </a:t>
            </a:r>
            <a:endParaRPr lang="es-ES"/>
          </a:p>
        </p:txBody>
      </p:sp>
      <p:sp>
        <p:nvSpPr>
          <p:cNvPr id="4" name="CuadroTexto 3">
            <a:extLst>
              <a:ext uri="{FF2B5EF4-FFF2-40B4-BE49-F238E27FC236}">
                <a16:creationId xmlns:a16="http://schemas.microsoft.com/office/drawing/2014/main" id="{1653C8DC-4700-9E67-AC2D-FD9EBB2D3A58}"/>
              </a:ext>
            </a:extLst>
          </p:cNvPr>
          <p:cNvSpPr txBox="1"/>
          <p:nvPr/>
        </p:nvSpPr>
        <p:spPr>
          <a:xfrm>
            <a:off x="381000" y="1146532"/>
            <a:ext cx="11430000" cy="5047536"/>
          </a:xfrm>
          <a:prstGeom prst="rect">
            <a:avLst/>
          </a:prstGeom>
          <a:solidFill>
            <a:schemeClr val="bg2"/>
          </a:solidFill>
        </p:spPr>
        <p:txBody>
          <a:bodyPr wrap="square">
            <a:spAutoFit/>
          </a:bodyPr>
          <a:lstStyle/>
          <a:p>
            <a:pPr>
              <a:buNone/>
            </a:pPr>
            <a:r>
              <a:rPr lang="es-ES" sz="1400"/>
              <a:t>Este apartado permite conocer el nivel de desarrollo actual del </a:t>
            </a:r>
            <a:r>
              <a:rPr lang="es-ES" sz="1400" err="1"/>
              <a:t>offering</a:t>
            </a:r>
            <a:r>
              <a:rPr lang="es-ES" sz="1400"/>
              <a:t> y qué elementos estarán definidos </a:t>
            </a:r>
            <a:r>
              <a:rPr lang="es-ES" sz="1400" b="1"/>
              <a:t>en el momento de la evaluación por parte del jurado</a:t>
            </a:r>
            <a:r>
              <a:rPr lang="es-ES" sz="1400"/>
              <a:t>. La información aportada debe mostrar si la propuesta está suficientemente estructurada para ser valorada como servicio o capacidad comercial.</a:t>
            </a:r>
          </a:p>
          <a:p>
            <a:pPr>
              <a:buNone/>
            </a:pPr>
            <a:r>
              <a:rPr lang="es-ES" sz="1400"/>
              <a:t>Incluye:</a:t>
            </a:r>
          </a:p>
          <a:p>
            <a:pPr marL="285750" indent="-285750">
              <a:buFont typeface="Arial" panose="020B0604020202020204" pitchFamily="34" charset="0"/>
              <a:buChar char="•"/>
            </a:pPr>
            <a:r>
              <a:rPr lang="es-ES" sz="1400" b="1"/>
              <a:t>Nivel de desarrollo del </a:t>
            </a:r>
            <a:r>
              <a:rPr lang="es-ES" sz="1400" b="1" err="1"/>
              <a:t>offering</a:t>
            </a:r>
            <a:br>
              <a:rPr lang="es-ES" sz="1400"/>
            </a:br>
            <a:r>
              <a:rPr lang="es-ES" sz="1400"/>
              <a:t>Describe qué elementos del </a:t>
            </a:r>
            <a:r>
              <a:rPr lang="es-ES" sz="1400" err="1"/>
              <a:t>offering</a:t>
            </a:r>
            <a:r>
              <a:rPr lang="es-ES" sz="1400"/>
              <a:t> están ya definidos y cuáles estarán completados en el momento de la evaluación por parte del jurado. </a:t>
            </a:r>
          </a:p>
          <a:p>
            <a:pPr marL="285750" indent="-285750">
              <a:buFont typeface="Arial" panose="020B0604020202020204" pitchFamily="34" charset="0"/>
              <a:buChar char="•"/>
            </a:pPr>
            <a:r>
              <a:rPr lang="es-ES" sz="1400" b="1"/>
              <a:t>Elementos ya definidos</a:t>
            </a:r>
            <a:br>
              <a:rPr lang="es-ES" sz="1400"/>
            </a:br>
            <a:r>
              <a:rPr lang="es-ES" sz="1400"/>
              <a:t>Indica si existen alcance, fases, metodología, entregables, narrativa comercial, materiales de venta, casos de uso, piloto, credenciales o propuesta inicial. </a:t>
            </a:r>
          </a:p>
          <a:p>
            <a:pPr marL="285750" indent="-285750">
              <a:buFont typeface="Arial" panose="020B0604020202020204" pitchFamily="34" charset="0"/>
              <a:buChar char="•"/>
            </a:pPr>
            <a:r>
              <a:rPr lang="es-ES" sz="1400" b="1"/>
              <a:t>Capacidad de </a:t>
            </a:r>
            <a:r>
              <a:rPr lang="es-ES" sz="1400" b="1" err="1"/>
              <a:t>delivery</a:t>
            </a:r>
            <a:br>
              <a:rPr lang="es-ES" sz="1400"/>
            </a:br>
            <a:r>
              <a:rPr lang="es-ES" sz="1400"/>
              <a:t>Explica qué perfiles, conocimientos, herramientas, activos, datos o </a:t>
            </a:r>
            <a:r>
              <a:rPr lang="es-ES" sz="1400" err="1"/>
              <a:t>partners</a:t>
            </a:r>
            <a:r>
              <a:rPr lang="es-ES" sz="1400"/>
              <a:t> serían necesarios para prestar el </a:t>
            </a:r>
            <a:r>
              <a:rPr lang="es-ES" sz="1400" err="1"/>
              <a:t>offering</a:t>
            </a:r>
            <a:r>
              <a:rPr lang="es-ES" sz="1400"/>
              <a:t>, y cuáles de ellos ya están disponibles. </a:t>
            </a:r>
          </a:p>
          <a:p>
            <a:pPr marL="285750" indent="-285750">
              <a:buFont typeface="Arial" panose="020B0604020202020204" pitchFamily="34" charset="0"/>
              <a:buChar char="•"/>
            </a:pPr>
            <a:r>
              <a:rPr lang="es-ES" sz="1400" b="1"/>
              <a:t>Elementos pendientes de madurar</a:t>
            </a:r>
            <a:br>
              <a:rPr lang="es-ES" sz="1400"/>
            </a:br>
            <a:r>
              <a:rPr lang="es-ES" sz="1400"/>
              <a:t>Indica qué aspectos podrían requerir mayor desarrollo antes de escalar comercialmente la propuesta: materiales, capacidades, validaciones, </a:t>
            </a:r>
            <a:r>
              <a:rPr lang="es-ES" sz="1400" err="1"/>
              <a:t>pricing</a:t>
            </a:r>
            <a:r>
              <a:rPr lang="es-ES" sz="1400"/>
              <a:t>, modelo operativo, referencias o activos. </a:t>
            </a:r>
          </a:p>
          <a:p>
            <a:pPr marL="285750" indent="-285750">
              <a:buFont typeface="Arial" panose="020B0604020202020204" pitchFamily="34" charset="0"/>
              <a:buChar char="•"/>
            </a:pPr>
            <a:r>
              <a:rPr lang="es-ES" sz="1400" b="1"/>
              <a:t>Riesgos identificados</a:t>
            </a:r>
            <a:br>
              <a:rPr lang="es-ES" sz="1400"/>
            </a:br>
            <a:r>
              <a:rPr lang="es-ES" sz="1400"/>
              <a:t>Describe los principales riesgos asociados al desarrollo, venta o prestación del </a:t>
            </a:r>
            <a:r>
              <a:rPr lang="es-ES" sz="1400" err="1"/>
              <a:t>offering</a:t>
            </a:r>
            <a:r>
              <a:rPr lang="es-ES" sz="1400"/>
              <a:t>: seguridad, privacidad, independencia, regulación, calidad, reputación, </a:t>
            </a:r>
            <a:r>
              <a:rPr lang="es-ES" sz="1400" err="1"/>
              <a:t>delivery</a:t>
            </a:r>
            <a:r>
              <a:rPr lang="es-ES" sz="1400"/>
              <a:t> o expectativas del cliente. </a:t>
            </a:r>
          </a:p>
          <a:p>
            <a:pPr marL="285750" indent="-285750">
              <a:buFont typeface="Arial" panose="020B0604020202020204" pitchFamily="34" charset="0"/>
              <a:buChar char="•"/>
            </a:pPr>
            <a:r>
              <a:rPr lang="es-ES" sz="1400" b="1"/>
              <a:t>Medidas de gestión o mitigación</a:t>
            </a:r>
            <a:br>
              <a:rPr lang="es-ES" sz="1400"/>
            </a:br>
            <a:r>
              <a:rPr lang="es-ES" sz="1400"/>
              <a:t>Explica cómo podrían gestionarse o mitigarse esos riesgos. </a:t>
            </a:r>
          </a:p>
          <a:p>
            <a:pPr marL="285750" indent="-285750">
              <a:buFont typeface="Arial" panose="020B0604020202020204" pitchFamily="34" charset="0"/>
              <a:buChar char="•"/>
            </a:pPr>
            <a:r>
              <a:rPr lang="es-ES" sz="1400" b="1"/>
              <a:t>Evidencias de madurez</a:t>
            </a:r>
            <a:br>
              <a:rPr lang="es-ES" sz="1400"/>
            </a:br>
            <a:r>
              <a:rPr lang="es-ES" sz="1400"/>
              <a:t>Adjunta, cuando sea posible, documentación que muestre el nivel de desarrollo del </a:t>
            </a:r>
            <a:r>
              <a:rPr lang="es-ES" sz="1400" err="1"/>
              <a:t>offering</a:t>
            </a:r>
            <a:r>
              <a:rPr lang="es-ES" sz="1400"/>
              <a:t>: materiales comerciales, metodología, propuesta, piloto, conversación con cliente, credenciales, activos o documentación de soporte. </a:t>
            </a:r>
          </a:p>
        </p:txBody>
      </p:sp>
    </p:spTree>
    <p:extLst>
      <p:ext uri="{BB962C8B-B14F-4D97-AF65-F5344CB8AC3E}">
        <p14:creationId xmlns:p14="http://schemas.microsoft.com/office/powerpoint/2010/main" val="1681718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32B1A-A1EA-3852-21EB-9C4880897A0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64EAEA0-1066-08DB-3644-F8224BF013B9}"/>
              </a:ext>
            </a:extLst>
          </p:cNvPr>
          <p:cNvSpPr>
            <a:spLocks noGrp="1"/>
          </p:cNvSpPr>
          <p:nvPr>
            <p:ph type="title"/>
          </p:nvPr>
        </p:nvSpPr>
        <p:spPr/>
        <p:txBody>
          <a:bodyPr/>
          <a:lstStyle/>
          <a:p>
            <a:r>
              <a:rPr lang="es-ES" b="1"/>
              <a:t>Contribución estratégica para KPMG</a:t>
            </a:r>
            <a:endParaRPr lang="es-ES"/>
          </a:p>
        </p:txBody>
      </p:sp>
      <p:sp>
        <p:nvSpPr>
          <p:cNvPr id="4" name="CuadroTexto 3">
            <a:extLst>
              <a:ext uri="{FF2B5EF4-FFF2-40B4-BE49-F238E27FC236}">
                <a16:creationId xmlns:a16="http://schemas.microsoft.com/office/drawing/2014/main" id="{003D339A-4E6C-5034-88E8-0E0DA4B1F203}"/>
              </a:ext>
            </a:extLst>
          </p:cNvPr>
          <p:cNvSpPr txBox="1"/>
          <p:nvPr/>
        </p:nvSpPr>
        <p:spPr>
          <a:xfrm>
            <a:off x="804919" y="1371600"/>
            <a:ext cx="10582161" cy="4401205"/>
          </a:xfrm>
          <a:prstGeom prst="rect">
            <a:avLst/>
          </a:prstGeom>
          <a:solidFill>
            <a:schemeClr val="bg2"/>
          </a:solidFill>
        </p:spPr>
        <p:txBody>
          <a:bodyPr wrap="square">
            <a:spAutoFit/>
          </a:bodyPr>
          <a:lstStyle/>
          <a:p>
            <a:pPr>
              <a:buNone/>
            </a:pPr>
            <a:r>
              <a:rPr lang="es-ES" sz="1400"/>
              <a:t>Este apartado permite valorar cómo el </a:t>
            </a:r>
            <a:r>
              <a:rPr lang="es-ES" sz="1400" err="1"/>
              <a:t>offering</a:t>
            </a:r>
            <a:r>
              <a:rPr lang="es-ES" sz="1400"/>
              <a:t> puede reforzar el posicionamiento de KPMG en IA y generar valor más allá de una oportunidad comercial concreta. La información aportada debe explicar su contribución al mercado, a la diferenciación externa y a la colaboración entre disciplinas, funciones, sectores o capacidades de la firma.</a:t>
            </a:r>
          </a:p>
          <a:p>
            <a:pPr>
              <a:buNone/>
            </a:pPr>
            <a:endParaRPr lang="es-ES" sz="1400"/>
          </a:p>
          <a:p>
            <a:pPr>
              <a:buNone/>
            </a:pPr>
            <a:r>
              <a:rPr lang="es-ES" sz="1400"/>
              <a:t>Incluye:</a:t>
            </a:r>
          </a:p>
          <a:p>
            <a:pPr marL="285750" indent="-285750">
              <a:buFont typeface="Arial" panose="020B0604020202020204" pitchFamily="34" charset="0"/>
              <a:buChar char="•"/>
            </a:pPr>
            <a:r>
              <a:rPr lang="es-ES" sz="1400" b="1"/>
              <a:t>Encaje con la agenda AI-First</a:t>
            </a:r>
            <a:br>
              <a:rPr lang="es-ES" sz="1400"/>
            </a:br>
            <a:r>
              <a:rPr lang="es-ES" sz="1400"/>
              <a:t>Explica cómo el </a:t>
            </a:r>
            <a:r>
              <a:rPr lang="es-ES" sz="1400" err="1"/>
              <a:t>offering</a:t>
            </a:r>
            <a:r>
              <a:rPr lang="es-ES" sz="1400"/>
              <a:t> refuerza el posicionamiento de KPMG como firma que ayuda a sus clientes a capturar valor de la IA de forma práctica, responsable y orientada a negocio. </a:t>
            </a:r>
          </a:p>
          <a:p>
            <a:pPr marL="285750" indent="-285750">
              <a:buFont typeface="Arial" panose="020B0604020202020204" pitchFamily="34" charset="0"/>
              <a:buChar char="•"/>
            </a:pPr>
            <a:r>
              <a:rPr lang="es-ES" sz="1400" b="1"/>
              <a:t>Potencial de posicionamiento externo</a:t>
            </a:r>
            <a:br>
              <a:rPr lang="es-ES" sz="1400"/>
            </a:br>
            <a:r>
              <a:rPr lang="es-ES" sz="1400"/>
              <a:t>Indica si el </a:t>
            </a:r>
            <a:r>
              <a:rPr lang="es-ES" sz="1400" err="1"/>
              <a:t>offering</a:t>
            </a:r>
            <a:r>
              <a:rPr lang="es-ES" sz="1400"/>
              <a:t> podría generar oportunidades de posicionamiento externo: credenciales, casos de éxito, campañas, publicaciones, eventos, propuestas comerciales o conversaciones estratégicas con clientes. </a:t>
            </a:r>
          </a:p>
          <a:p>
            <a:pPr marL="285750" indent="-285750">
              <a:buFont typeface="Arial" panose="020B0604020202020204" pitchFamily="34" charset="0"/>
              <a:buChar char="•"/>
            </a:pPr>
            <a:r>
              <a:rPr lang="es-ES" sz="1400" b="1"/>
              <a:t>Valor diferencial para KPMG</a:t>
            </a:r>
            <a:br>
              <a:rPr lang="es-ES" sz="1400"/>
            </a:br>
            <a:r>
              <a:rPr lang="es-ES" sz="1400"/>
              <a:t>Describe qué puede aportar esta propuesta a la firma: diferenciación frente al mercado, refuerzo de capacidades, entrada en nuevos compradores, apertura de nuevas conversaciones o consolidación de una línea de servicio. </a:t>
            </a:r>
          </a:p>
          <a:p>
            <a:pPr marL="285750" indent="-285750">
              <a:buFont typeface="Arial" panose="020B0604020202020204" pitchFamily="34" charset="0"/>
              <a:buChar char="•"/>
            </a:pPr>
            <a:r>
              <a:rPr lang="es-ES" sz="1400" b="1"/>
              <a:t>Transversalidad interna</a:t>
            </a:r>
            <a:br>
              <a:rPr lang="es-ES" sz="1400"/>
            </a:br>
            <a:r>
              <a:rPr lang="es-ES" sz="1400"/>
              <a:t>Indica si la propuesta puede involucrar o beneficiar a varias disciplinas, funciones, sectores o capacidades de KPMG. Explica cuáles y cómo podrían participar o beneficiarse. </a:t>
            </a:r>
          </a:p>
          <a:p>
            <a:pPr marL="285750" indent="-285750">
              <a:buFont typeface="Arial" panose="020B0604020202020204" pitchFamily="34" charset="0"/>
              <a:buChar char="•"/>
            </a:pPr>
            <a:r>
              <a:rPr lang="es-ES" sz="1400" b="1"/>
              <a:t>Escalabilidad estratégica</a:t>
            </a:r>
            <a:br>
              <a:rPr lang="es-ES" sz="1400"/>
            </a:br>
            <a:r>
              <a:rPr lang="es-ES" sz="1400"/>
              <a:t>Explica si el </a:t>
            </a:r>
            <a:r>
              <a:rPr lang="es-ES" sz="1400" err="1"/>
              <a:t>offering</a:t>
            </a:r>
            <a:r>
              <a:rPr lang="es-ES" sz="1400"/>
              <a:t> podría convertirse en una capacidad recurrente, una credencial replicable, un activo comercial o una palanca para futuras oportunidades relacionadas con IA.</a:t>
            </a:r>
          </a:p>
        </p:txBody>
      </p:sp>
    </p:spTree>
    <p:extLst>
      <p:ext uri="{BB962C8B-B14F-4D97-AF65-F5344CB8AC3E}">
        <p14:creationId xmlns:p14="http://schemas.microsoft.com/office/powerpoint/2010/main" val="1737393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4CCBCE-1DC0-9789-29A4-370DD30B6926}"/>
              </a:ext>
            </a:extLst>
          </p:cNvPr>
          <p:cNvSpPr>
            <a:spLocks noGrp="1"/>
          </p:cNvSpPr>
          <p:nvPr>
            <p:ph type="ctrTitle"/>
          </p:nvPr>
        </p:nvSpPr>
        <p:spPr>
          <a:xfrm>
            <a:off x="1003202" y="2752962"/>
            <a:ext cx="7175598" cy="955251"/>
          </a:xfrm>
        </p:spPr>
        <p:txBody>
          <a:bodyPr/>
          <a:lstStyle/>
          <a:p>
            <a:r>
              <a:rPr lang="es-ES"/>
              <a:t>Anexos y evidencias adicionales</a:t>
            </a:r>
          </a:p>
        </p:txBody>
      </p:sp>
    </p:spTree>
    <p:extLst>
      <p:ext uri="{BB962C8B-B14F-4D97-AF65-F5344CB8AC3E}">
        <p14:creationId xmlns:p14="http://schemas.microsoft.com/office/powerpoint/2010/main" val="3359051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A946F-EDC2-D91C-11D1-1F4623CF70F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EA2BD72-64C0-0950-6829-F298FE512806}"/>
              </a:ext>
            </a:extLst>
          </p:cNvPr>
          <p:cNvSpPr>
            <a:spLocks noGrp="1"/>
          </p:cNvSpPr>
          <p:nvPr>
            <p:ph type="title"/>
          </p:nvPr>
        </p:nvSpPr>
        <p:spPr/>
        <p:txBody>
          <a:bodyPr/>
          <a:lstStyle/>
          <a:p>
            <a:r>
              <a:rPr lang="es-ES" b="1"/>
              <a:t>Anexos y evidencias adicionales</a:t>
            </a:r>
            <a:endParaRPr lang="es-ES"/>
          </a:p>
        </p:txBody>
      </p:sp>
      <p:sp>
        <p:nvSpPr>
          <p:cNvPr id="5" name="CuadroTexto 4">
            <a:extLst>
              <a:ext uri="{FF2B5EF4-FFF2-40B4-BE49-F238E27FC236}">
                <a16:creationId xmlns:a16="http://schemas.microsoft.com/office/drawing/2014/main" id="{67BC7588-7FA3-E527-5202-B241036425FA}"/>
              </a:ext>
            </a:extLst>
          </p:cNvPr>
          <p:cNvSpPr txBox="1"/>
          <p:nvPr/>
        </p:nvSpPr>
        <p:spPr>
          <a:xfrm>
            <a:off x="3337039" y="1524000"/>
            <a:ext cx="914400" cy="914400"/>
          </a:xfrm>
          <a:prstGeom prst="rect">
            <a:avLst/>
          </a:prstGeom>
        </p:spPr>
        <p:txBody>
          <a:bodyPr vert="horz" wrap="none" lIns="0" tIns="0" rIns="0" bIns="0" rtlCol="0" anchor="t" anchorCtr="0">
            <a:noAutofit/>
          </a:bodyPr>
          <a:lstStyle/>
          <a:p>
            <a:pPr algn="l">
              <a:spcAft>
                <a:spcPts val="600"/>
              </a:spcAft>
            </a:pPr>
            <a:endParaRPr lang="es-ES" sz="1500" b="1">
              <a:solidFill>
                <a:schemeClr val="tx2"/>
              </a:solidFill>
            </a:endParaRPr>
          </a:p>
        </p:txBody>
      </p:sp>
      <p:sp>
        <p:nvSpPr>
          <p:cNvPr id="6" name="CuadroTexto 5">
            <a:extLst>
              <a:ext uri="{FF2B5EF4-FFF2-40B4-BE49-F238E27FC236}">
                <a16:creationId xmlns:a16="http://schemas.microsoft.com/office/drawing/2014/main" id="{78D11D3B-C646-FF33-5ADD-6B715EE5C779}"/>
              </a:ext>
            </a:extLst>
          </p:cNvPr>
          <p:cNvSpPr txBox="1"/>
          <p:nvPr/>
        </p:nvSpPr>
        <p:spPr>
          <a:xfrm>
            <a:off x="387350" y="1277977"/>
            <a:ext cx="11417300" cy="5047536"/>
          </a:xfrm>
          <a:prstGeom prst="rect">
            <a:avLst/>
          </a:prstGeom>
          <a:solidFill>
            <a:schemeClr val="bg2"/>
          </a:solidFill>
        </p:spPr>
        <p:txBody>
          <a:bodyPr wrap="square">
            <a:spAutoFit/>
          </a:bodyPr>
          <a:lstStyle/>
          <a:p>
            <a:pPr>
              <a:buNone/>
            </a:pPr>
            <a:r>
              <a:rPr lang="es-ES" sz="1400"/>
              <a:t>Este apartado permite incluir información complementaria que ayude a valorar la candidatura y que no haya sido recogida en los apartados anteriores.</a:t>
            </a:r>
          </a:p>
          <a:p>
            <a:pPr>
              <a:buNone/>
            </a:pPr>
            <a:endParaRPr lang="es-ES" sz="1400"/>
          </a:p>
          <a:p>
            <a:pPr>
              <a:buNone/>
            </a:pPr>
            <a:r>
              <a:rPr lang="es-ES" sz="1400"/>
              <a:t>Incluye, si aplica:</a:t>
            </a:r>
          </a:p>
          <a:p>
            <a:pPr marL="285750" indent="-285750">
              <a:buFont typeface="Arial" panose="020B0604020202020204" pitchFamily="34" charset="0"/>
              <a:buChar char="•"/>
            </a:pPr>
            <a:r>
              <a:rPr lang="es-ES" sz="1400" b="1"/>
              <a:t>Materiales del </a:t>
            </a:r>
            <a:r>
              <a:rPr lang="es-ES" sz="1400" b="1" err="1"/>
              <a:t>offering</a:t>
            </a:r>
            <a:br>
              <a:rPr lang="es-ES" sz="1400"/>
            </a:br>
            <a:r>
              <a:rPr lang="es-ES" sz="1400"/>
              <a:t>Presentaciones comerciales, </a:t>
            </a:r>
            <a:r>
              <a:rPr lang="es-ES" sz="1400" err="1"/>
              <a:t>one-pagers</a:t>
            </a:r>
            <a:r>
              <a:rPr lang="es-ES" sz="1400"/>
              <a:t>, alcance del servicio, narrativa de venta, metodología, fases, entregables o materiales explicativos. </a:t>
            </a:r>
          </a:p>
          <a:p>
            <a:pPr marL="285750" indent="-285750">
              <a:buFont typeface="Arial" panose="020B0604020202020204" pitchFamily="34" charset="0"/>
              <a:buChar char="•"/>
            </a:pPr>
            <a:r>
              <a:rPr lang="es-ES" sz="1400" b="1"/>
              <a:t>Evidencias de madurez</a:t>
            </a:r>
            <a:br>
              <a:rPr lang="es-ES" sz="1400"/>
            </a:br>
            <a:r>
              <a:rPr lang="es-ES" sz="1400"/>
              <a:t>Pilotos, propuestas emitidas, credenciales, casos iniciales, activos desarrollados, documentación funcional o referencias internas que muestren el nivel de desarrollo del </a:t>
            </a:r>
            <a:r>
              <a:rPr lang="es-ES" sz="1400" err="1"/>
              <a:t>offering</a:t>
            </a:r>
            <a:r>
              <a:rPr lang="es-ES" sz="1400"/>
              <a:t>. </a:t>
            </a:r>
          </a:p>
          <a:p>
            <a:pPr marL="285750" indent="-285750">
              <a:buFont typeface="Arial" panose="020B0604020202020204" pitchFamily="34" charset="0"/>
              <a:buChar char="•"/>
            </a:pPr>
            <a:r>
              <a:rPr lang="es-ES" sz="1400" b="1"/>
              <a:t>Evidencias de interés o tracción comercial</a:t>
            </a:r>
            <a:br>
              <a:rPr lang="es-ES" sz="1400"/>
            </a:br>
            <a:r>
              <a:rPr lang="es-ES" sz="1400"/>
              <a:t>Conversaciones con clientes, oportunidades identificadas, feedback recibido, pipeline, reuniones comerciales o señales de demanda. </a:t>
            </a:r>
          </a:p>
          <a:p>
            <a:pPr marL="285750" indent="-285750">
              <a:buFont typeface="Arial" panose="020B0604020202020204" pitchFamily="34" charset="0"/>
              <a:buChar char="•"/>
            </a:pPr>
            <a:r>
              <a:rPr lang="es-ES" sz="1400" b="1"/>
              <a:t>Evidencias de diferenciación o posicionamiento</a:t>
            </a:r>
            <a:br>
              <a:rPr lang="es-ES" sz="1400"/>
            </a:br>
            <a:r>
              <a:rPr lang="es-ES" sz="1400" err="1"/>
              <a:t>Benchmarks</a:t>
            </a:r>
            <a:r>
              <a:rPr lang="es-ES" sz="1400"/>
              <a:t>, referencias de mercado, análisis competitivo, publicaciones, campañas, eventos o materiales que refuercen el valor diferencial de la propuesta. </a:t>
            </a:r>
          </a:p>
          <a:p>
            <a:pPr marL="285750" indent="-285750">
              <a:buFont typeface="Arial" panose="020B0604020202020204" pitchFamily="34" charset="0"/>
              <a:buChar char="•"/>
            </a:pPr>
            <a:r>
              <a:rPr lang="es-ES" sz="1400" b="1"/>
              <a:t>Consideraciones relevantes para el jurado</a:t>
            </a:r>
            <a:br>
              <a:rPr lang="es-ES" sz="1400"/>
            </a:br>
            <a:r>
              <a:rPr lang="es-ES" sz="1400"/>
              <a:t>Incluye únicamente aspectos que ayuden a interpretar correctamente la candidatura y que no hayan sido explicados previamente. </a:t>
            </a:r>
          </a:p>
          <a:p>
            <a:pPr>
              <a:buNone/>
            </a:pPr>
            <a:br>
              <a:rPr lang="es-ES" sz="1400"/>
            </a:br>
            <a:endParaRPr lang="es-ES" sz="1400"/>
          </a:p>
          <a:p>
            <a:pPr>
              <a:buNone/>
            </a:pPr>
            <a:r>
              <a:rPr lang="es-ES" sz="1400" b="1"/>
              <a:t>Notas</a:t>
            </a:r>
          </a:p>
          <a:p>
            <a:pPr marL="342900" indent="-342900">
              <a:buFont typeface="+mj-lt"/>
              <a:buAutoNum type="arabicPeriod"/>
            </a:pPr>
            <a:r>
              <a:rPr lang="es-ES" sz="1400"/>
              <a:t>No incluyas información confidencial de clientes, datos personales, documentación sensible o cualquier contenido que no deba compartirse en el marco del concurso. Aporta evidencias anonimizadas o agregadas siempre que sea necesario.</a:t>
            </a:r>
          </a:p>
          <a:p>
            <a:pPr marL="342900" indent="-342900">
              <a:buFont typeface="+mj-lt"/>
              <a:buAutoNum type="arabicPeriod"/>
            </a:pPr>
            <a:r>
              <a:rPr lang="es-ES" sz="1400"/>
              <a:t>La lógica debería ser: </a:t>
            </a:r>
            <a:r>
              <a:rPr lang="es-ES" sz="1400" b="1"/>
              <a:t>solo aportar evidencias que refuercen la candidatura, evitando duplicidades y contenido no necesario.</a:t>
            </a:r>
            <a:endParaRPr lang="es-ES" sz="1400"/>
          </a:p>
        </p:txBody>
      </p:sp>
    </p:spTree>
    <p:extLst>
      <p:ext uri="{BB962C8B-B14F-4D97-AF65-F5344CB8AC3E}">
        <p14:creationId xmlns:p14="http://schemas.microsoft.com/office/powerpoint/2010/main" val="3237129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3BD8A-85A8-93F8-B32D-EE1F5D3C500D}"/>
            </a:ext>
          </a:extLst>
        </p:cNvPr>
        <p:cNvGrpSpPr/>
        <p:nvPr/>
      </p:nvGrpSpPr>
      <p:grpSpPr>
        <a:xfrm>
          <a:off x="0" y="0"/>
          <a:ext cx="0" cy="0"/>
          <a:chOff x="0" y="0"/>
          <a:chExt cx="0" cy="0"/>
        </a:xfrm>
      </p:grpSpPr>
    </p:spTree>
    <p:extLst>
      <p:ext uri="{BB962C8B-B14F-4D97-AF65-F5344CB8AC3E}">
        <p14:creationId xmlns:p14="http://schemas.microsoft.com/office/powerpoint/2010/main" val="196165126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FONTUSED" val="KPMGFONT"/>
  <p:tag name="KEYWORD" val="SCREENWIDE"/>
  <p:tag name="TEMPLATEVERSION" val="26/05/2022 11:01:00"/>
  <p:tag name="TOOLBARVERSION" val="6.0"/>
  <p:tag name="TYPE" val="ScreenWide"/>
</p:tagLst>
</file>

<file path=ppt/tags/tag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1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1.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1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3.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1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5.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1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7.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1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9.xml><?xml version="1.0" encoding="utf-8"?>
<p:tagLst xmlns:a="http://schemas.openxmlformats.org/drawingml/2006/main" xmlns:r="http://schemas.openxmlformats.org/officeDocument/2006/relationships" xmlns:p="http://schemas.openxmlformats.org/presentationml/2006/main">
  <p:tag name="ADV_COPYRIGHT" val="TRUE"/>
</p:tagLst>
</file>

<file path=ppt/tags/tag2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1.xml><?xml version="1.0" encoding="utf-8"?>
<p:tagLst xmlns:a="http://schemas.openxmlformats.org/drawingml/2006/main" xmlns:r="http://schemas.openxmlformats.org/officeDocument/2006/relationships" xmlns:p="http://schemas.openxmlformats.org/presentationml/2006/main">
  <p:tag name="ADV_COPYRIGHT" val="TRUE"/>
</p:tagLst>
</file>

<file path=ppt/tags/tag2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3.xml><?xml version="1.0" encoding="utf-8"?>
<p:tagLst xmlns:a="http://schemas.openxmlformats.org/drawingml/2006/main" xmlns:r="http://schemas.openxmlformats.org/officeDocument/2006/relationships" xmlns:p="http://schemas.openxmlformats.org/presentationml/2006/main">
  <p:tag name="ADV_COPYRIGHT" val="TRUE"/>
</p:tagLst>
</file>

<file path=ppt/tags/tag2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5.xml><?xml version="1.0" encoding="utf-8"?>
<p:tagLst xmlns:a="http://schemas.openxmlformats.org/drawingml/2006/main" xmlns:r="http://schemas.openxmlformats.org/officeDocument/2006/relationships" xmlns:p="http://schemas.openxmlformats.org/presentationml/2006/main">
  <p:tag name="ADV_COPYRIGHT" val="TRUE"/>
</p:tagLst>
</file>

<file path=ppt/tags/tag2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2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1.xml><?xml version="1.0" encoding="utf-8"?>
<p:tagLst xmlns:a="http://schemas.openxmlformats.org/drawingml/2006/main" xmlns:r="http://schemas.openxmlformats.org/officeDocument/2006/relationships" xmlns:p="http://schemas.openxmlformats.org/presentationml/2006/main">
  <p:tag name="ADV_COPYRIGHT" val="TRUE"/>
</p:tagLst>
</file>

<file path=ppt/tags/tag3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3.xml><?xml version="1.0" encoding="utf-8"?>
<p:tagLst xmlns:a="http://schemas.openxmlformats.org/drawingml/2006/main" xmlns:r="http://schemas.openxmlformats.org/officeDocument/2006/relationships" xmlns:p="http://schemas.openxmlformats.org/presentationml/2006/main">
  <p:tag name="ADV_COPYRIGHT" val="TRUE"/>
</p:tagLst>
</file>

<file path=ppt/tags/tag3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5.xml><?xml version="1.0" encoding="utf-8"?>
<p:tagLst xmlns:a="http://schemas.openxmlformats.org/drawingml/2006/main" xmlns:r="http://schemas.openxmlformats.org/officeDocument/2006/relationships" xmlns:p="http://schemas.openxmlformats.org/presentationml/2006/main">
  <p:tag name="ADV_COPYRIGHT" val="TRUE"/>
</p:tagLst>
</file>

<file path=ppt/tags/tag3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7.xml><?xml version="1.0" encoding="utf-8"?>
<p:tagLst xmlns:a="http://schemas.openxmlformats.org/drawingml/2006/main" xmlns:r="http://schemas.openxmlformats.org/officeDocument/2006/relationships" xmlns:p="http://schemas.openxmlformats.org/presentationml/2006/main">
  <p:tag name="ADV_COPYRIGHT" val="TRUE"/>
</p:tagLst>
</file>

<file path=ppt/tags/tag3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9.xml><?xml version="1.0" encoding="utf-8"?>
<p:tagLst xmlns:a="http://schemas.openxmlformats.org/drawingml/2006/main" xmlns:r="http://schemas.openxmlformats.org/officeDocument/2006/relationships" xmlns:p="http://schemas.openxmlformats.org/presentationml/2006/main">
  <p:tag name="ADV_COPYRIGHT" val="TRUE"/>
</p:tagLst>
</file>

<file path=ppt/tags/tag4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1.xml><?xml version="1.0" encoding="utf-8"?>
<p:tagLst xmlns:a="http://schemas.openxmlformats.org/drawingml/2006/main" xmlns:r="http://schemas.openxmlformats.org/officeDocument/2006/relationships" xmlns:p="http://schemas.openxmlformats.org/presentationml/2006/main">
  <p:tag name="ADV_COPYRIGHT" val="TRUE"/>
</p:tagLst>
</file>

<file path=ppt/tags/tag4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3.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4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5.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4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7.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4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49.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5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1.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5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3.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5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5.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5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7.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5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59.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6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1.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6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3.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6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5.xml><?xml version="1.0" encoding="utf-8"?>
<p:tagLst xmlns:a="http://schemas.openxmlformats.org/drawingml/2006/main" xmlns:r="http://schemas.openxmlformats.org/officeDocument/2006/relationships" xmlns:p="http://schemas.openxmlformats.org/presentationml/2006/main">
  <p:tag name="ADV_COPYRIGHT" val="TRUE"/>
  <p:tag name="ADV_HEIGHT" val="14.54063"/>
  <p:tag name="ADV_LEFT" val="148.4791"/>
  <p:tag name="ADV_TOP" val="493.4643"/>
  <p:tag name="ADV_WIDTH" val="364.0209"/>
</p:tagLst>
</file>

<file path=ppt/tags/tag6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7.xml><?xml version="1.0" encoding="utf-8"?>
<p:tagLst xmlns:a="http://schemas.openxmlformats.org/drawingml/2006/main" xmlns:r="http://schemas.openxmlformats.org/officeDocument/2006/relationships" xmlns:p="http://schemas.openxmlformats.org/presentationml/2006/main">
  <p:tag name="ADV_COPYRIGHT" val="TRUE"/>
</p:tagLst>
</file>

<file path=ppt/tags/tag6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9.xml><?xml version="1.0" encoding="utf-8"?>
<p:tagLst xmlns:a="http://schemas.openxmlformats.org/drawingml/2006/main" xmlns:r="http://schemas.openxmlformats.org/officeDocument/2006/relationships" xmlns:p="http://schemas.openxmlformats.org/presentationml/2006/main">
  <p:tag name="ADV_COPYRIGHT" val="TRUE"/>
</p:tagLst>
</file>

<file path=ppt/tags/tag7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1.xml><?xml version="1.0" encoding="utf-8"?>
<p:tagLst xmlns:a="http://schemas.openxmlformats.org/drawingml/2006/main" xmlns:r="http://schemas.openxmlformats.org/officeDocument/2006/relationships" xmlns:p="http://schemas.openxmlformats.org/presentationml/2006/main">
  <p:tag name="ADV_COPYRIGHT" val="TRUE"/>
</p:tagLst>
</file>

<file path=ppt/tags/tag7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3.xml><?xml version="1.0" encoding="utf-8"?>
<p:tagLst xmlns:a="http://schemas.openxmlformats.org/drawingml/2006/main" xmlns:r="http://schemas.openxmlformats.org/officeDocument/2006/relationships" xmlns:p="http://schemas.openxmlformats.org/presentationml/2006/main">
  <p:tag name="ADV_COPYRIGHT" val="TRUE"/>
</p:tagLst>
</file>

<file path=ppt/tags/tag7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79.xml><?xml version="1.0" encoding="utf-8"?>
<p:tagLst xmlns:a="http://schemas.openxmlformats.org/drawingml/2006/main" xmlns:r="http://schemas.openxmlformats.org/officeDocument/2006/relationships" xmlns:p="http://schemas.openxmlformats.org/presentationml/2006/main">
  <p:tag name="ADV_COPYRIGHT" val="TRUE"/>
</p:tagLst>
</file>

<file path=ppt/tags/tag8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1.xml><?xml version="1.0" encoding="utf-8"?>
<p:tagLst xmlns:a="http://schemas.openxmlformats.org/drawingml/2006/main" xmlns:r="http://schemas.openxmlformats.org/officeDocument/2006/relationships" xmlns:p="http://schemas.openxmlformats.org/presentationml/2006/main">
  <p:tag name="ADV_COPYRIGHT" val="TRUE"/>
</p:tagLst>
</file>

<file path=ppt/tags/tag8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3.xml><?xml version="1.0" encoding="utf-8"?>
<p:tagLst xmlns:a="http://schemas.openxmlformats.org/drawingml/2006/main" xmlns:r="http://schemas.openxmlformats.org/officeDocument/2006/relationships" xmlns:p="http://schemas.openxmlformats.org/presentationml/2006/main">
  <p:tag name="ADV_COPYRIGHT" val="TRUE"/>
</p:tagLst>
</file>

<file path=ppt/tags/tag8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5.xml><?xml version="1.0" encoding="utf-8"?>
<p:tagLst xmlns:a="http://schemas.openxmlformats.org/drawingml/2006/main" xmlns:r="http://schemas.openxmlformats.org/officeDocument/2006/relationships" xmlns:p="http://schemas.openxmlformats.org/presentationml/2006/main">
  <p:tag name="ADV_COPYRIGHT" val="TRUE"/>
</p:tagLst>
</file>

<file path=ppt/tags/tag86.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7.xml><?xml version="1.0" encoding="utf-8"?>
<p:tagLst xmlns:a="http://schemas.openxmlformats.org/drawingml/2006/main" xmlns:r="http://schemas.openxmlformats.org/officeDocument/2006/relationships" xmlns:p="http://schemas.openxmlformats.org/presentationml/2006/main">
  <p:tag name="ADV_COPYRIGHT" val="TRUE"/>
</p:tagLst>
</file>

<file path=ppt/tags/tag8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9.xml><?xml version="1.0" encoding="utf-8"?>
<p:tagLst xmlns:a="http://schemas.openxmlformats.org/drawingml/2006/main" xmlns:r="http://schemas.openxmlformats.org/officeDocument/2006/relationships" xmlns:p="http://schemas.openxmlformats.org/presentationml/2006/main">
  <p:tag name="ADV_COPYRIGHT" val="TRUE"/>
</p:tagLst>
</file>

<file path=ppt/tags/tag9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1.xml><?xml version="1.0" encoding="utf-8"?>
<p:tagLst xmlns:a="http://schemas.openxmlformats.org/drawingml/2006/main" xmlns:r="http://schemas.openxmlformats.org/officeDocument/2006/relationships" xmlns:p="http://schemas.openxmlformats.org/presentationml/2006/main">
  <p:tag name="ADV_COPYRIGHT" val="TRUE"/>
</p:tagLst>
</file>

<file path=ppt/theme/theme1.xml><?xml version="1.0" encoding="utf-8"?>
<a:theme xmlns:a="http://schemas.openxmlformats.org/drawingml/2006/main" name="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Pacific Blue">
      <a:srgbClr val="00B8F5"/>
    </a:custClr>
    <a:custClr name="Cobalt Blue">
      <a:srgbClr val="1E49E2"/>
    </a:custClr>
    <a:custClr name="Blue">
      <a:srgbClr val="76D2FF"/>
    </a:custClr>
    <a:custClr name="Purple">
      <a:srgbClr val="7213EA"/>
    </a:custClr>
    <a:custClr name="Light Purple">
      <a:srgbClr val="B497FF"/>
    </a:custClr>
    <a:custClr name="Dark Green">
      <a:srgbClr val="098E7E"/>
    </a:custClr>
    <a:custClr name="Green">
      <a:srgbClr val="00C0AE"/>
    </a:custClr>
    <a:custClr name="Dark Pink">
      <a:srgbClr val="AB0D82"/>
    </a:custClr>
    <a:custClr name="Pink">
      <a:srgbClr val="FD349C"/>
    </a:custClr>
    <a:custClr name="Light Pink">
      <a:srgbClr val="FFA3DA"/>
    </a:custClr>
    <a:custClr name="Grey 2">
      <a:srgbClr val="666666"/>
    </a:custClr>
    <a:custClr name="Dark Purple">
      <a:srgbClr val="510DBC"/>
    </a:custClr>
  </a:custClrLst>
  <a:extLst>
    <a:ext uri="{05A4C25C-085E-4340-85A3-A5531E510DB2}">
      <thm15:themeFamily xmlns:thm15="http://schemas.microsoft.com/office/thememl/2012/main" name="KPMG Widescreen Standard Template.potx" id="{02BCC08B-6D57-4BFF-84D3-9D2F62ED21BD}" vid="{D2576FC9-12C1-4252-8648-055A072AD106}"/>
    </a:ext>
  </a:extLst>
</a:theme>
</file>

<file path=ppt/theme/theme2.xml><?xml version="1.0" encoding="utf-8"?>
<a:theme xmlns:a="http://schemas.openxmlformats.org/drawingml/2006/main" name="1_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Pacific Blue">
      <a:srgbClr val="00B8F5"/>
    </a:custClr>
    <a:custClr name="Cobalt Blue">
      <a:srgbClr val="1E49E2"/>
    </a:custClr>
    <a:custClr name="Blue">
      <a:srgbClr val="76D2FF"/>
    </a:custClr>
    <a:custClr name="Purple">
      <a:srgbClr val="7213EA"/>
    </a:custClr>
    <a:custClr name="Light Purple">
      <a:srgbClr val="B497FF"/>
    </a:custClr>
    <a:custClr name="Dark Green">
      <a:srgbClr val="098E7E"/>
    </a:custClr>
    <a:custClr name="Green">
      <a:srgbClr val="00C0AE"/>
    </a:custClr>
    <a:custClr name="Dark Pink">
      <a:srgbClr val="AB0D82"/>
    </a:custClr>
    <a:custClr name="Pink">
      <a:srgbClr val="FD349C"/>
    </a:custClr>
    <a:custClr name="Light Pink">
      <a:srgbClr val="FFA3DA"/>
    </a:custClr>
    <a:custClr name="Grey 2">
      <a:srgbClr val="666666"/>
    </a:custClr>
    <a:custClr name="Dark Purple">
      <a:srgbClr val="510DBC"/>
    </a:custClr>
  </a:custClrLst>
  <a:extLst>
    <a:ext uri="{05A4C25C-085E-4340-85A3-A5531E510DB2}">
      <thm15:themeFamily xmlns:thm15="http://schemas.microsoft.com/office/thememl/2012/main" name="KPMG Widescreen Standard Template.potx" id="{02BCC08B-6D57-4BFF-84D3-9D2F62ED21BD}" vid="{D2576FC9-12C1-4252-8648-055A072AD10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TemplafySlideFormConfiguration><![CDATA[{"formFields":[],"formDataEntries":[]}]]></TemplafySlideFormConfiguration>
</file>

<file path=customXml/item3.xml><?xml version="1.0" encoding="utf-8"?>
<TemplafySlideTemplateConfiguration><![CDATA[{"slideVersion":1,"isValidatorEnabled":false,"isLocked":false,"elementsMetadata":[],"slideId":"1401015309117947904","enableDocumentContentUpdater":false,"version":"2.0"}]]></TemplafySlideTemplateConfiguration>
</file>

<file path=customXml/item4.xml><?xml version="1.0" encoding="utf-8"?>
<ct:contentTypeSchema xmlns:ct="http://schemas.microsoft.com/office/2006/metadata/contentType" xmlns:ma="http://schemas.microsoft.com/office/2006/metadata/properties/metaAttributes" ct:_="" ma:_="" ma:contentTypeName="Documento" ma:contentTypeID="0x01010090BA8767358BFE4DA0F4F26F17B91998" ma:contentTypeVersion="9" ma:contentTypeDescription="Crear nuevo documento." ma:contentTypeScope="" ma:versionID="889e3c6fb4b4c353915f306f2b130e84">
  <xsd:schema xmlns:xsd="http://www.w3.org/2001/XMLSchema" xmlns:xs="http://www.w3.org/2001/XMLSchema" xmlns:p="http://schemas.microsoft.com/office/2006/metadata/properties" xmlns:ns2="7b200c3e-fa85-4c61-9407-ee89366414f0" targetNamespace="http://schemas.microsoft.com/office/2006/metadata/properties" ma:root="true" ma:fieldsID="0892a4401b43457541814ba3d9c7de9f" ns2:_="">
    <xsd:import namespace="7b200c3e-fa85-4c61-9407-ee89366414f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200c3e-fa85-4c61-9407-ee89366414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9FDE4A8-0000-4320-A2C8-646E73A7B034}">
  <ds:schemaRefs>
    <ds:schemaRef ds:uri="http://schemas.microsoft.com/sharepoint/v3/contenttype/forms"/>
  </ds:schemaRefs>
</ds:datastoreItem>
</file>

<file path=customXml/itemProps2.xml><?xml version="1.0" encoding="utf-8"?>
<ds:datastoreItem xmlns:ds="http://schemas.openxmlformats.org/officeDocument/2006/customXml" ds:itemID="{053E721F-309B-4068-9BD3-1BC6FE64E465}">
  <ds:schemaRefs/>
</ds:datastoreItem>
</file>

<file path=customXml/itemProps3.xml><?xml version="1.0" encoding="utf-8"?>
<ds:datastoreItem xmlns:ds="http://schemas.openxmlformats.org/officeDocument/2006/customXml" ds:itemID="{CEA207FD-B9CF-46D2-A528-26A1879A2096}">
  <ds:schemaRefs/>
</ds:datastoreItem>
</file>

<file path=customXml/itemProps4.xml><?xml version="1.0" encoding="utf-8"?>
<ds:datastoreItem xmlns:ds="http://schemas.openxmlformats.org/officeDocument/2006/customXml" ds:itemID="{237A8F47-5CDB-41CE-B4B2-26B013F3BE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200c3e-fa85-4c61-9407-ee89366414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3D13FE46-EC07-410F-B649-1ECA90204119}">
  <ds:schemaRefs>
    <ds:schemaRef ds:uri="917486fa-c2de-4f98-930f-f45b4ab09a28"/>
    <ds:schemaRef ds:uri="bbf7607a-7526-47f3-aa0d-e0d2a0b60207"/>
    <ds:schemaRef ds:uri="f2213cb7-048b-49ad-8055-a80f46f8be60"/>
    <ds:schemaRef ds:uri="fb207ae4-d5f9-49ab-bbfe-ed46e082263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0b3ab16f-2b80-4aea-bde8-77b48c8d3723}" enabled="1" method="Privileged" siteId="{0483ae51-a627-466e-a7dd-de2ac7e1238e}" removed="0"/>
  <clbl:label id="{3129b2cc-4393-4691-814d-95eb8359c06c}" enabled="1" method="Standard" siteId="{deff24bb-2089-4400-8c8e-f71e680378b2}" contentBits="0" removed="0"/>
</clbl:labelList>
</file>

<file path=docProps/app.xml><?xml version="1.0" encoding="utf-8"?>
<Properties xmlns="http://schemas.openxmlformats.org/officeDocument/2006/extended-properties" xmlns:vt="http://schemas.openxmlformats.org/officeDocument/2006/docPropsVTypes">
  <Template>KPMG Widescreen Standard Template</Template>
  <TotalTime>0</TotalTime>
  <Words>2502</Words>
  <Application>Microsoft Office PowerPoint</Application>
  <PresentationFormat>Widescreen</PresentationFormat>
  <Paragraphs>132</Paragraphs>
  <Slides>14</Slides>
  <Notes>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14</vt:i4>
      </vt:variant>
    </vt:vector>
  </HeadingPairs>
  <TitlesOfParts>
    <vt:vector size="18" baseType="lpstr">
      <vt:lpstr>Arial</vt:lpstr>
      <vt:lpstr>KPMG Bold</vt:lpstr>
      <vt:lpstr>KPMG Widescreen [16:9] Feb 2022</vt:lpstr>
      <vt:lpstr>1_KPMG Widescreen [16:9] Feb 2022</vt:lpstr>
      <vt:lpstr>KPMG AI      Excellence               Awards</vt:lpstr>
      <vt:lpstr>Contenido</vt:lpstr>
      <vt:lpstr>Introducción a la categoría</vt:lpstr>
      <vt:lpstr>Resumen ejecutivo de la candidatura</vt:lpstr>
      <vt:lpstr>Requisitos mínimos de elegibilidad de la candidatura</vt:lpstr>
      <vt:lpstr>Descripción de la iniciativa</vt:lpstr>
      <vt:lpstr>Relevancia de mercado</vt:lpstr>
      <vt:lpstr>Propuesta de valor</vt:lpstr>
      <vt:lpstr>Viabilidad comercial</vt:lpstr>
      <vt:lpstr>Madurez del offering </vt:lpstr>
      <vt:lpstr>Contribución estratégica para KPMG</vt:lpstr>
      <vt:lpstr>Anexos y evidencias adicionales</vt:lpstr>
      <vt:lpstr>Anexos y evidencias adicionales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Supplemental  Slides</dc:title>
  <dc:creator>Poole, Mike</dc:creator>
  <cp:lastModifiedBy>Vivas Roca De Togores, Eduardo</cp:lastModifiedBy>
  <cp:revision>3</cp:revision>
  <dcterms:created xsi:type="dcterms:W3CDTF">2022-08-25T09:06:52Z</dcterms:created>
  <dcterms:modified xsi:type="dcterms:W3CDTF">2026-09-17T08:28:21Z</dcterms:modified>
  <cp:category>KPMG Public</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lassificationContentMarkingFooterLocations">
    <vt:lpwstr>KPMG Widescreen [16\:9] Feb 2022:6\1_KPMG Widescreen [16\:9] Feb 2022:5</vt:lpwstr>
  </property>
  <property fmtid="{D5CDD505-2E9C-101B-9397-08002B2CF9AE}" pid="4" name="ClassificationContentMarkingFooterText">
    <vt:lpwstr>Sensitivity: Public</vt:lpwstr>
  </property>
  <property fmtid="{D5CDD505-2E9C-101B-9397-08002B2CF9AE}" pid="5" name="ContentTypeId">
    <vt:lpwstr>0x01010090BA8767358BFE4DA0F4F26F17B91998</vt:lpwstr>
  </property>
</Properties>
</file>
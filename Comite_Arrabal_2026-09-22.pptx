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3.svg" ContentType="image/svg+xml"/>
  <Override PartName="/ppt/media/image14.svg" ContentType="image/svg+xml"/>
  <Override PartName="/ppt/media/image16.svg" ContentType="image/svg+xml"/>
  <Override PartName="/ppt/media/image17.svg" ContentType="image/svg+xml"/>
  <Override PartName="/ppt/media/image2.svg" ContentType="image/svg+xml"/>
  <Override PartName="/ppt/media/image20.svg" ContentType="image/svg+xml"/>
  <Override PartName="/ppt/media/image22.svg" ContentType="image/svg+xml"/>
  <Override PartName="/ppt/media/image23.svg" ContentType="image/svg+xml"/>
  <Override PartName="/ppt/media/image3.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6"/>
    <p:sldMasterId id="2147483921" r:id="rId7"/>
  </p:sldMasterIdLst>
  <p:notesMasterIdLst>
    <p:notesMasterId r:id="rId22"/>
  </p:notesMasterIdLst>
  <p:handoutMasterIdLst>
    <p:handoutMasterId r:id="rId23"/>
  </p:handoutMasterIdLst>
  <p:sldIdLst>
    <p:sldId id="256" r:id="rId17"/>
    <p:sldId id="257" r:id="rId18"/>
    <p:sldId id="258" r:id="rId19"/>
  </p:sldIdLst>
  <p:sldSz cx="12192000" cy="6858000"/>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61CE143-A2EF-4250-80AD-6C7EAF691D6D}">
          <p14:sldIdLst>
            <p14:sldId id="434"/>
            <p14:sldId id="2147483519"/>
            <p14:sldId id="2147483520"/>
            <p14:sldId id="2147483521"/>
            <p14:sldId id="2147483513"/>
            <p14:sldId id="2147483512"/>
            <p14:sldId id="2147483507"/>
            <p14:sldId id="2147483514"/>
            <p14:sldId id="2147483515"/>
            <p14:sldId id="2147483516"/>
            <p14:sldId id="2147483518"/>
            <p14:sldId id="2147483522"/>
            <p14:sldId id="2147483523"/>
            <p14:sldId id="2147483467"/>
          </p14:sldIdLst>
        </p14:section>
      </p14:sectionLst>
    </p:ext>
    <p:ext uri="{EFAFB233-063F-42B5-8137-9DF3F51BA10A}">
      <p15:sldGuideLst xmlns:p15="http://schemas.microsoft.com/office/powerpoint/2012/main">
        <p15:guide id="1" orient="horz" pos="3045" userDrawn="1">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704FC3-1707-075D-6F42-18306ED8CC2B}" name="Eli, Melany" initials="ME" userId="S::melanyeli@kpmg.ca::c99a9549-7c92-4815-8bdc-d81b952178c9" providerId="AD"/>
  <p188:author id="{BDFC22D3-C6A9-22ED-3122-8E182D812810}" name="Dithavong, Yong" initials="YD" userId="S::ydithavong@kpmg.ca::e464e16f-e311-44f1-885c-b1c6696ebb9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EAFF"/>
    <a:srgbClr val="B497FF"/>
    <a:srgbClr val="8FE2FF"/>
    <a:srgbClr val="B2B2B2"/>
    <a:srgbClr val="989898"/>
    <a:srgbClr val="0C233C"/>
    <a:srgbClr val="63EBDA"/>
    <a:srgbClr val="E5E5E5"/>
    <a:srgbClr val="666666"/>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guide orient="horz" pos="304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slideMaster" Target="slideMasters/slideMaster1.xml"/><Relationship Id="rId7" Type="http://schemas.openxmlformats.org/officeDocument/2006/relationships/slideMaster" Target="slideMasters/slideMaster2.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tags" Target="tags/tag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17/09/2026</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17/09/2026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svg"/><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2.svg"/><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2.svg"/><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slideMaster" Target="../slideMasters/slideMaster1.xml"/><Relationship Id="rId4" Type="http://schemas.openxmlformats.org/officeDocument/2006/relationships/image" Target="../media/image8.jpeg"/><Relationship Id="rId5"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slideMaster" Target="../slideMasters/slideMaster1.xml"/><Relationship Id="rId4" Type="http://schemas.openxmlformats.org/officeDocument/2006/relationships/image" Target="../media/image9.jpeg"/><Relationship Id="rId5"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tags" Target="../tags/tag11.xml"/><Relationship Id="rId3" Type="http://schemas.openxmlformats.org/officeDocument/2006/relationships/slideMaster" Target="../slideMasters/slideMaster1.xml"/><Relationship Id="rId4" Type="http://schemas.openxmlformats.org/officeDocument/2006/relationships/image" Target="../media/image10.jpeg"/><Relationship Id="rId5"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slideMaster" Target="../slideMasters/slideMaster1.xml"/><Relationship Id="rId4" Type="http://schemas.openxmlformats.org/officeDocument/2006/relationships/image" Target="../media/image11.jpeg"/><Relationship Id="rId5"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tags" Target="../tags/tag15.xml"/><Relationship Id="rId3" Type="http://schemas.openxmlformats.org/officeDocument/2006/relationships/slideMaster" Target="../slideMasters/slideMaster1.xml"/><Relationship Id="rId4" Type="http://schemas.openxmlformats.org/officeDocument/2006/relationships/image" Target="../media/image12.jpeg"/><Relationship Id="rId5"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tags" Target="../tags/tag17.xml"/><Relationship Id="rId3" Type="http://schemas.openxmlformats.org/officeDocument/2006/relationships/slideMaster" Target="../slideMasters/slideMaster1.xml"/><Relationship Id="rId4" Type="http://schemas.openxmlformats.org/officeDocument/2006/relationships/image" Target="../media/image8.jpeg"/><Relationship Id="rId5"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tags" Target="../tags/tag19.xml"/><Relationship Id="rId3" Type="http://schemas.openxmlformats.org/officeDocument/2006/relationships/slideMaster" Target="../slideMasters/slideMaster1.xml"/><Relationship Id="rId4"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tags" Target="../tags/tag21.xml"/><Relationship Id="rId3" Type="http://schemas.openxmlformats.org/officeDocument/2006/relationships/slideMaster" Target="../slideMasters/slideMaster1.xml"/><Relationship Id="rId4"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slideMaster" Target="../slideMasters/slideMaster1.xml"/><Relationship Id="rId4"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tags" Target="../tags/tag25.xml"/><Relationship Id="rId3" Type="http://schemas.openxmlformats.org/officeDocument/2006/relationships/slideMaster" Target="../slideMasters/slideMaster1.xml"/><Relationship Id="rId4" Type="http://schemas.openxmlformats.org/officeDocument/2006/relationships/image" Target="../media/image3.sv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image" Target="../media/image3.svg"/></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image" Target="../media/image3.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image" Target="../media/image8.jpeg"/><Relationship Id="rId4"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image" Target="../media/image3.sv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tags" Target="../tags/tag31.xml"/><Relationship Id="rId3"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tags" Target="../tags/tag33.xml"/><Relationship Id="rId3" Type="http://schemas.openxmlformats.org/officeDocument/2006/relationships/slideMaster" Target="../slideMasters/slideMaster1.xml"/><Relationship Id="rId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tags" Target="../tags/tag35.xml"/><Relationship Id="rId3" Type="http://schemas.openxmlformats.org/officeDocument/2006/relationships/slideMaster" Target="../slideMasters/slideMaster1.xml"/><Relationship Id="rId4" Type="http://schemas.openxmlformats.org/officeDocument/2006/relationships/image" Target="../media/image8.jpeg"/><Relationship Id="rId5" Type="http://schemas.openxmlformats.org/officeDocument/2006/relationships/image" Target="../media/image3.sv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tags" Target="../tags/tag37.xml"/><Relationship Id="rId3" Type="http://schemas.openxmlformats.org/officeDocument/2006/relationships/slideMaster" Target="../slideMasters/slideMaster1.xml"/><Relationship Id="rId4" Type="http://schemas.openxmlformats.org/officeDocument/2006/relationships/image" Target="../media/image3.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tags" Target="../tags/tag39.xml"/><Relationship Id="rId3" Type="http://schemas.openxmlformats.org/officeDocument/2006/relationships/slideMaster" Target="../slideMasters/slideMaster1.xml"/><Relationship Id="rId4" Type="http://schemas.openxmlformats.org/officeDocument/2006/relationships/image" Target="../media/image9.jpeg"/><Relationship Id="rId5" Type="http://schemas.openxmlformats.org/officeDocument/2006/relationships/image" Target="../media/image3.sv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tags" Target="../tags/tag41.xml"/><Relationship Id="rId3" Type="http://schemas.openxmlformats.org/officeDocument/2006/relationships/slideMaster" Target="../slideMasters/slideMaster1.xml"/><Relationship Id="rId4"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2.svg"/><Relationship Id="rId4" Type="http://schemas.openxmlformats.org/officeDocument/2006/relationships/hyperlink" Target="https://kpmg.com/" TargetMode="External"/><Relationship Id="rId5" Type="http://schemas.openxmlformats.org/officeDocument/2006/relationships/hyperlink" Target="http://www.kpmg.com/governance" TargetMode="External"/><Relationship Id="rId6" Type="http://schemas.openxmlformats.org/officeDocument/2006/relationships/image" Target="../media/image13.svg"/><Relationship Id="rId7" Type="http://schemas.openxmlformats.org/officeDocument/2006/relationships/hyperlink" Target="https://www.linkedin.com/company/kpmg" TargetMode="External"/><Relationship Id="rId8" Type="http://schemas.openxmlformats.org/officeDocument/2006/relationships/hyperlink" Target="https://www.facebook.com/KPMG/" TargetMode="External"/><Relationship Id="rId9" Type="http://schemas.openxmlformats.org/officeDocument/2006/relationships/hyperlink" Target="https://www.instagram.com/kpmg/" TargetMode="External"/><Relationship Id="rId10" Type="http://schemas.openxmlformats.org/officeDocument/2006/relationships/hyperlink" Target="https://www.youtube.com/kpmg" TargetMode="External"/><Relationship Id="rId11" Type="http://schemas.openxmlformats.org/officeDocument/2006/relationships/hyperlink" Target="https://twitter.com/kpmg" TargetMode="External"/><Relationship Id="rId12" Type="http://schemas.openxmlformats.org/officeDocument/2006/relationships/image" Target="../media/image14.svg"/><Relationship Id="rId13" Type="http://schemas.openxmlformats.org/officeDocument/2006/relationships/image" Target="../media/image3.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 Id="rId3" Type="http://schemas.openxmlformats.org/officeDocument/2006/relationships/image" Target="../media/image2.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Relationship Id="rId3" Type="http://schemas.openxmlformats.org/officeDocument/2006/relationships/image" Target="../media/image16.svg"/><Relationship Id="rId4" Type="http://schemas.openxmlformats.org/officeDocument/2006/relationships/image" Target="../media/image17.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16.svg"/><Relationship Id="rId5" Type="http://schemas.openxmlformats.org/officeDocument/2006/relationships/image" Target="../media/image17.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16.svg"/><Relationship Id="rId4" Type="http://schemas.openxmlformats.org/officeDocument/2006/relationships/image" Target="../media/image17.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 Id="rId3" Type="http://schemas.openxmlformats.org/officeDocument/2006/relationships/image" Target="../media/image16.svg"/><Relationship Id="rId4" Type="http://schemas.openxmlformats.org/officeDocument/2006/relationships/image" Target="../media/image17.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16.svg"/><Relationship Id="rId4" Type="http://schemas.openxmlformats.org/officeDocument/2006/relationships/image" Target="../media/image17.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44.xml"/><Relationship Id="rId2" Type="http://schemas.openxmlformats.org/officeDocument/2006/relationships/tags" Target="../tags/tag45.xml"/><Relationship Id="rId3" Type="http://schemas.openxmlformats.org/officeDocument/2006/relationships/slideMaster" Target="../slideMasters/slideMaster2.xml"/><Relationship Id="rId4" Type="http://schemas.openxmlformats.org/officeDocument/2006/relationships/image" Target="../media/image8.jpeg"/><Relationship Id="rId5" Type="http://schemas.openxmlformats.org/officeDocument/2006/relationships/image" Target="../media/image17.svg"/></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tags" Target="../tags/tag47.xml"/><Relationship Id="rId3" Type="http://schemas.openxmlformats.org/officeDocument/2006/relationships/slideMaster" Target="../slideMasters/slideMaster2.xml"/><Relationship Id="rId4" Type="http://schemas.openxmlformats.org/officeDocument/2006/relationships/image" Target="../media/image8.jpeg"/><Relationship Id="rId5" Type="http://schemas.openxmlformats.org/officeDocument/2006/relationships/image" Target="../media/image17.svg"/></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48.xml"/><Relationship Id="rId2" Type="http://schemas.openxmlformats.org/officeDocument/2006/relationships/tags" Target="../tags/tag49.xml"/><Relationship Id="rId3" Type="http://schemas.openxmlformats.org/officeDocument/2006/relationships/slideMaster" Target="../slideMasters/slideMaster2.xml"/><Relationship Id="rId4" Type="http://schemas.openxmlformats.org/officeDocument/2006/relationships/image" Target="../media/image8.jpeg"/><Relationship Id="rId5" Type="http://schemas.openxmlformats.org/officeDocument/2006/relationships/image" Target="../media/image17.svg"/></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50.xml"/><Relationship Id="rId2" Type="http://schemas.openxmlformats.org/officeDocument/2006/relationships/tags" Target="../tags/tag51.xml"/><Relationship Id="rId3" Type="http://schemas.openxmlformats.org/officeDocument/2006/relationships/slideMaster" Target="../slideMasters/slideMaster2.xml"/><Relationship Id="rId4" Type="http://schemas.openxmlformats.org/officeDocument/2006/relationships/image" Target="../media/image9.jpeg"/><Relationship Id="rId5" Type="http://schemas.openxmlformats.org/officeDocument/2006/relationships/image" Target="../media/image17.svg"/></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52.xml"/><Relationship Id="rId2" Type="http://schemas.openxmlformats.org/officeDocument/2006/relationships/tags" Target="../tags/tag53.xml"/><Relationship Id="rId3" Type="http://schemas.openxmlformats.org/officeDocument/2006/relationships/slideMaster" Target="../slideMasters/slideMaster2.xml"/><Relationship Id="rId4" Type="http://schemas.openxmlformats.org/officeDocument/2006/relationships/image" Target="../media/image17.svg"/></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54.xml"/><Relationship Id="rId2" Type="http://schemas.openxmlformats.org/officeDocument/2006/relationships/tags" Target="../tags/tag55.xml"/><Relationship Id="rId3" Type="http://schemas.openxmlformats.org/officeDocument/2006/relationships/slideMaster" Target="../slideMasters/slideMaster2.xml"/><Relationship Id="rId4" Type="http://schemas.openxmlformats.org/officeDocument/2006/relationships/image" Target="../media/image10.jpeg"/><Relationship Id="rId5" Type="http://schemas.openxmlformats.org/officeDocument/2006/relationships/image" Target="../media/image17.svg"/></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56.xml"/><Relationship Id="rId2" Type="http://schemas.openxmlformats.org/officeDocument/2006/relationships/tags" Target="../tags/tag57.xml"/><Relationship Id="rId3" Type="http://schemas.openxmlformats.org/officeDocument/2006/relationships/slideMaster" Target="../slideMasters/slideMaster2.xml"/><Relationship Id="rId4" Type="http://schemas.openxmlformats.org/officeDocument/2006/relationships/image" Target="../media/image11.jpeg"/><Relationship Id="rId5" Type="http://schemas.openxmlformats.org/officeDocument/2006/relationships/image" Target="../media/image17.svg"/></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58.xml"/><Relationship Id="rId2" Type="http://schemas.openxmlformats.org/officeDocument/2006/relationships/tags" Target="../tags/tag59.xml"/><Relationship Id="rId3" Type="http://schemas.openxmlformats.org/officeDocument/2006/relationships/slideMaster" Target="../slideMasters/slideMaster2.xml"/><Relationship Id="rId4" Type="http://schemas.openxmlformats.org/officeDocument/2006/relationships/image" Target="../media/image11.jpeg"/><Relationship Id="rId5" Type="http://schemas.openxmlformats.org/officeDocument/2006/relationships/image" Target="../media/image17.svg"/></Relationships>
</file>

<file path=ppt/slideLayouts/_rels/slideLayout50.xml.rels><?xml version='1.0' encoding='UTF-8' standalone='yes'?>
<Relationships xmlns="http://schemas.openxmlformats.org/package/2006/relationships"><Relationship Id="rId1" Type="http://schemas.openxmlformats.org/officeDocument/2006/relationships/tags" Target="../tags/tag60.xml"/><Relationship Id="rId2" Type="http://schemas.openxmlformats.org/officeDocument/2006/relationships/tags" Target="../tags/tag61.xml"/><Relationship Id="rId3" Type="http://schemas.openxmlformats.org/officeDocument/2006/relationships/slideMaster" Target="../slideMasters/slideMaster2.xml"/><Relationship Id="rId4" Type="http://schemas.openxmlformats.org/officeDocument/2006/relationships/image" Target="../media/image12.jpeg"/><Relationship Id="rId5" Type="http://schemas.openxmlformats.org/officeDocument/2006/relationships/image" Target="../media/image17.svg"/></Relationships>
</file>

<file path=ppt/slideLayouts/_rels/slideLayout51.xml.rels><?xml version='1.0' encoding='UTF-8' standalone='yes'?>
<Relationships xmlns="http://schemas.openxmlformats.org/package/2006/relationships"><Relationship Id="rId1" Type="http://schemas.openxmlformats.org/officeDocument/2006/relationships/tags" Target="../tags/tag62.xml"/><Relationship Id="rId2" Type="http://schemas.openxmlformats.org/officeDocument/2006/relationships/tags" Target="../tags/tag63.xml"/><Relationship Id="rId3" Type="http://schemas.openxmlformats.org/officeDocument/2006/relationships/slideMaster" Target="../slideMasters/slideMaster2.xml"/><Relationship Id="rId4" Type="http://schemas.openxmlformats.org/officeDocument/2006/relationships/image" Target="../media/image8.jpeg"/><Relationship Id="rId5" Type="http://schemas.openxmlformats.org/officeDocument/2006/relationships/image" Target="../media/image17.svg"/></Relationships>
</file>

<file path=ppt/slideLayouts/_rels/slideLayout52.xml.rels><?xml version='1.0' encoding='UTF-8' standalone='yes'?>
<Relationships xmlns="http://schemas.openxmlformats.org/package/2006/relationships"><Relationship Id="rId1" Type="http://schemas.openxmlformats.org/officeDocument/2006/relationships/tags" Target="../tags/tag64.xml"/><Relationship Id="rId2" Type="http://schemas.openxmlformats.org/officeDocument/2006/relationships/tags" Target="../tags/tag65.xml"/><Relationship Id="rId3" Type="http://schemas.openxmlformats.org/officeDocument/2006/relationships/slideMaster" Target="../slideMasters/slideMaster2.xml"/><Relationship Id="rId4" Type="http://schemas.openxmlformats.org/officeDocument/2006/relationships/image" Target="../media/image21.png"/><Relationship Id="rId5" Type="http://schemas.openxmlformats.org/officeDocument/2006/relationships/image" Target="../media/image17.svg"/></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66.xml"/><Relationship Id="rId2" Type="http://schemas.openxmlformats.org/officeDocument/2006/relationships/tags" Target="../tags/tag67.xml"/><Relationship Id="rId3" Type="http://schemas.openxmlformats.org/officeDocument/2006/relationships/slideMaster" Target="../slideMasters/slideMaster2.xml"/><Relationship Id="rId4" Type="http://schemas.openxmlformats.org/officeDocument/2006/relationships/image" Target="../media/image17.svg"/></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68.xml"/><Relationship Id="rId2" Type="http://schemas.openxmlformats.org/officeDocument/2006/relationships/tags" Target="../tags/tag69.xml"/><Relationship Id="rId3" Type="http://schemas.openxmlformats.org/officeDocument/2006/relationships/slideMaster" Target="../slideMasters/slideMaster2.xml"/><Relationship Id="rId4" Type="http://schemas.openxmlformats.org/officeDocument/2006/relationships/image" Target="../media/image17.svg"/></Relationships>
</file>

<file path=ppt/slideLayouts/_rels/slideLayout55.xml.rels><?xml version='1.0' encoding='UTF-8' standalone='yes'?>
<Relationships xmlns="http://schemas.openxmlformats.org/package/2006/relationships"><Relationship Id="rId1" Type="http://schemas.openxmlformats.org/officeDocument/2006/relationships/tags" Target="../tags/tag70.xml"/><Relationship Id="rId2" Type="http://schemas.openxmlformats.org/officeDocument/2006/relationships/tags" Target="../tags/tag71.xml"/><Relationship Id="rId3" Type="http://schemas.openxmlformats.org/officeDocument/2006/relationships/slideMaster" Target="../slideMasters/slideMaster2.xml"/><Relationship Id="rId4" Type="http://schemas.openxmlformats.org/officeDocument/2006/relationships/image" Target="../media/image17.svg"/></Relationships>
</file>

<file path=ppt/slideLayouts/_rels/slideLayout56.xml.rels><?xml version='1.0' encoding='UTF-8' standalone='yes'?>
<Relationships xmlns="http://schemas.openxmlformats.org/package/2006/relationships"><Relationship Id="rId1" Type="http://schemas.openxmlformats.org/officeDocument/2006/relationships/tags" Target="../tags/tag72.xml"/><Relationship Id="rId2" Type="http://schemas.openxmlformats.org/officeDocument/2006/relationships/tags" Target="../tags/tag73.xml"/><Relationship Id="rId3" Type="http://schemas.openxmlformats.org/officeDocument/2006/relationships/slideMaster" Target="../slideMasters/slideMaster2.xml"/><Relationship Id="rId4" Type="http://schemas.openxmlformats.org/officeDocument/2006/relationships/image" Target="../media/image17.svg"/></Relationships>
</file>

<file path=ppt/slideLayouts/_rels/slideLayout57.xml.rels><?xml version='1.0' encoding='UTF-8' standalone='yes'?>
<Relationships xmlns="http://schemas.openxmlformats.org/package/2006/relationships"><Relationship Id="rId1" Type="http://schemas.openxmlformats.org/officeDocument/2006/relationships/tags" Target="../tags/tag74.xml"/><Relationship Id="rId2" Type="http://schemas.openxmlformats.org/officeDocument/2006/relationships/slideMaster" Target="../slideMasters/slideMaster2.xml"/><Relationship Id="rId3" Type="http://schemas.openxmlformats.org/officeDocument/2006/relationships/image" Target="../media/image17.svg"/></Relationships>
</file>

<file path=ppt/slideLayouts/_rels/slideLayout58.xml.rels><?xml version='1.0' encoding='UTF-8' standalone='yes'?>
<Relationships xmlns="http://schemas.openxmlformats.org/package/2006/relationships"><Relationship Id="rId1" Type="http://schemas.openxmlformats.org/officeDocument/2006/relationships/tags" Target="../tags/tag75.xml"/><Relationship Id="rId2" Type="http://schemas.openxmlformats.org/officeDocument/2006/relationships/slideMaster" Target="../slideMasters/slideMaster2.xml"/><Relationship Id="rId3" Type="http://schemas.openxmlformats.org/officeDocument/2006/relationships/image" Target="../media/image17.svg"/></Relationships>
</file>

<file path=ppt/slideLayouts/_rels/slideLayout59.xml.rels><?xml version='1.0' encoding='UTF-8' standalone='yes'?>
<Relationships xmlns="http://schemas.openxmlformats.org/package/2006/relationships"><Relationship Id="rId1" Type="http://schemas.openxmlformats.org/officeDocument/2006/relationships/tags" Target="../tags/tag76.xml"/><Relationship Id="rId2" Type="http://schemas.openxmlformats.org/officeDocument/2006/relationships/slideMaster" Target="../slideMasters/slideMaster2.xml"/><Relationship Id="rId3" Type="http://schemas.openxmlformats.org/officeDocument/2006/relationships/image" Target="../media/image8.jpeg"/><Relationship Id="rId4" Type="http://schemas.openxmlformats.org/officeDocument/2006/relationships/image" Target="../media/image17.svg"/></Relationships>
</file>

<file path=ppt/slideLayouts/_rels/slideLayout60.xml.rels><?xml version='1.0' encoding='UTF-8' standalone='yes'?>
<Relationships xmlns="http://schemas.openxmlformats.org/package/2006/relationships"><Relationship Id="rId1" Type="http://schemas.openxmlformats.org/officeDocument/2006/relationships/tags" Target="../tags/tag77.xml"/><Relationship Id="rId2" Type="http://schemas.openxmlformats.org/officeDocument/2006/relationships/slideMaster" Target="../slideMasters/slideMaster2.xml"/><Relationship Id="rId3" Type="http://schemas.openxmlformats.org/officeDocument/2006/relationships/image" Target="../media/image17.svg"/></Relationships>
</file>

<file path=ppt/slideLayouts/_rels/slideLayout61.xml.rels><?xml version='1.0' encoding='UTF-8' standalone='yes'?>
<Relationships xmlns="http://schemas.openxmlformats.org/package/2006/relationships"><Relationship Id="rId1" Type="http://schemas.openxmlformats.org/officeDocument/2006/relationships/tags" Target="../tags/tag78.xml"/><Relationship Id="rId2" Type="http://schemas.openxmlformats.org/officeDocument/2006/relationships/tags" Target="../tags/tag79.xml"/><Relationship Id="rId3"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tags" Target="../tags/tag80.xml"/><Relationship Id="rId2" Type="http://schemas.openxmlformats.org/officeDocument/2006/relationships/tags" Target="../tags/tag81.xml"/><Relationship Id="rId3" Type="http://schemas.openxmlformats.org/officeDocument/2006/relationships/slideMaster" Target="../slideMasters/slideMaster2.xml"/><Relationship Id="rId4" Type="http://schemas.openxmlformats.org/officeDocument/2006/relationships/image" Target="../media/image17.svg"/></Relationships>
</file>

<file path=ppt/slideLayouts/_rels/slideLayout63.xml.rels><?xml version='1.0' encoding='UTF-8' standalone='yes'?>
<Relationships xmlns="http://schemas.openxmlformats.org/package/2006/relationships"><Relationship Id="rId1" Type="http://schemas.openxmlformats.org/officeDocument/2006/relationships/tags" Target="../tags/tag82.xml"/><Relationship Id="rId2" Type="http://schemas.openxmlformats.org/officeDocument/2006/relationships/tags" Target="../tags/tag83.xml"/><Relationship Id="rId3" Type="http://schemas.openxmlformats.org/officeDocument/2006/relationships/slideMaster" Target="../slideMasters/slideMaster2.xml"/><Relationship Id="rId4" Type="http://schemas.openxmlformats.org/officeDocument/2006/relationships/image" Target="../media/image17.svg"/></Relationships>
</file>

<file path=ppt/slideLayouts/_rels/slideLayout64.xml.rels><?xml version='1.0' encoding='UTF-8' standalone='yes'?>
<Relationships xmlns="http://schemas.openxmlformats.org/package/2006/relationships"><Relationship Id="rId1" Type="http://schemas.openxmlformats.org/officeDocument/2006/relationships/tags" Target="../tags/tag84.xml"/><Relationship Id="rId2" Type="http://schemas.openxmlformats.org/officeDocument/2006/relationships/tags" Target="../tags/tag85.xml"/><Relationship Id="rId3" Type="http://schemas.openxmlformats.org/officeDocument/2006/relationships/slideMaster" Target="../slideMasters/slideMaster2.xml"/><Relationship Id="rId4" Type="http://schemas.openxmlformats.org/officeDocument/2006/relationships/image" Target="../media/image8.jpeg"/><Relationship Id="rId5" Type="http://schemas.openxmlformats.org/officeDocument/2006/relationships/image" Target="../media/image17.svg"/></Relationships>
</file>

<file path=ppt/slideLayouts/_rels/slideLayout65.xml.rels><?xml version='1.0' encoding='UTF-8' standalone='yes'?>
<Relationships xmlns="http://schemas.openxmlformats.org/package/2006/relationships"><Relationship Id="rId1" Type="http://schemas.openxmlformats.org/officeDocument/2006/relationships/tags" Target="../tags/tag86.xml"/><Relationship Id="rId2" Type="http://schemas.openxmlformats.org/officeDocument/2006/relationships/tags" Target="../tags/tag87.xml"/><Relationship Id="rId3" Type="http://schemas.openxmlformats.org/officeDocument/2006/relationships/slideMaster" Target="../slideMasters/slideMaster2.xml"/><Relationship Id="rId4" Type="http://schemas.openxmlformats.org/officeDocument/2006/relationships/image" Target="../media/image17.svg"/></Relationships>
</file>

<file path=ppt/slideLayouts/_rels/slideLayout66.xml.rels><?xml version='1.0' encoding='UTF-8' standalone='yes'?>
<Relationships xmlns="http://schemas.openxmlformats.org/package/2006/relationships"><Relationship Id="rId1" Type="http://schemas.openxmlformats.org/officeDocument/2006/relationships/tags" Target="../tags/tag88.xml"/><Relationship Id="rId2" Type="http://schemas.openxmlformats.org/officeDocument/2006/relationships/tags" Target="../tags/tag89.xml"/><Relationship Id="rId3" Type="http://schemas.openxmlformats.org/officeDocument/2006/relationships/slideMaster" Target="../slideMasters/slideMaster2.xml"/><Relationship Id="rId4" Type="http://schemas.openxmlformats.org/officeDocument/2006/relationships/image" Target="../media/image9.jpeg"/><Relationship Id="rId5" Type="http://schemas.openxmlformats.org/officeDocument/2006/relationships/image" Target="../media/image17.svg"/></Relationships>
</file>

<file path=ppt/slideLayouts/_rels/slideLayout67.xml.rels><?xml version='1.0' encoding='UTF-8' standalone='yes'?>
<Relationships xmlns="http://schemas.openxmlformats.org/package/2006/relationships"><Relationship Id="rId1" Type="http://schemas.openxmlformats.org/officeDocument/2006/relationships/tags" Target="../tags/tag90.xml"/><Relationship Id="rId2" Type="http://schemas.openxmlformats.org/officeDocument/2006/relationships/tags" Target="../tags/tag91.xml"/><Relationship Id="rId3" Type="http://schemas.openxmlformats.org/officeDocument/2006/relationships/slideMaster" Target="../slideMasters/slideMaster2.xml"/><Relationship Id="rId4" Type="http://schemas.openxmlformats.org/officeDocument/2006/relationships/image" Target="../media/image17.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 Id="rId3" Type="http://schemas.openxmlformats.org/officeDocument/2006/relationships/image" Target="../media/image16.svg"/><Relationship Id="rId4" Type="http://schemas.openxmlformats.org/officeDocument/2006/relationships/hyperlink" Target="https://kpmg.com/" TargetMode="External"/><Relationship Id="rId5" Type="http://schemas.openxmlformats.org/officeDocument/2006/relationships/hyperlink" Target="http://www.kpmg.com/governance" TargetMode="External"/><Relationship Id="rId6" Type="http://schemas.openxmlformats.org/officeDocument/2006/relationships/image" Target="../media/image22.svg"/><Relationship Id="rId7" Type="http://schemas.openxmlformats.org/officeDocument/2006/relationships/hyperlink" Target="https://www.linkedin.com/company/kpmg" TargetMode="External"/><Relationship Id="rId8" Type="http://schemas.openxmlformats.org/officeDocument/2006/relationships/hyperlink" Target="https://www.facebook.com/KPMG/" TargetMode="External"/><Relationship Id="rId9" Type="http://schemas.openxmlformats.org/officeDocument/2006/relationships/hyperlink" Target="https://www.instagram.com/kpmg/" TargetMode="External"/><Relationship Id="rId10" Type="http://schemas.openxmlformats.org/officeDocument/2006/relationships/hyperlink" Target="https://www.youtube.com/kpmg" TargetMode="External"/><Relationship Id="rId11" Type="http://schemas.openxmlformats.org/officeDocument/2006/relationships/hyperlink" Target="https://twitter.com/kpmg" TargetMode="External"/><Relationship Id="rId12" Type="http://schemas.openxmlformats.org/officeDocument/2006/relationships/image" Target="../media/image23.svg"/><Relationship Id="rId13" Type="http://schemas.openxmlformats.org/officeDocument/2006/relationships/image" Target="../media/image17.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137977232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76769004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248932663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13998072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33965741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CB44795-849A-41CE-8B25-0DE9EB09F9B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
        <p:nvSpPr>
          <p:cNvPr id="16" name="Rectangle 15">
            <a:extLst>
              <a:ext uri="{FF2B5EF4-FFF2-40B4-BE49-F238E27FC236}">
                <a16:creationId xmlns:a16="http://schemas.microsoft.com/office/drawing/2014/main" id="{7F73FA8F-86B4-4B38-9318-B211F1BBAFEB}"/>
              </a:ext>
              <a:ext uri="{C183D7F6-B498-43B3-948B-1728B52AA6E4}">
                <adec:decorative xmlns:adec="http://schemas.microsoft.com/office/drawing/2017/decorative" val="1"/>
              </a:ext>
            </a:extLst>
          </p:cNvPr>
          <p:cNvSpPr>
            <a:spLocks noChangeAspect="1"/>
          </p:cNvSpPr>
          <p:nvPr userDrawn="1"/>
        </p:nvSpPr>
        <p:spPr>
          <a:xfrm>
            <a:off x="998476" y="1470479"/>
            <a:ext cx="3053689" cy="4410949"/>
          </a:xfrm>
          <a:prstGeom prst="rect">
            <a:avLst/>
          </a:prstGeom>
          <a:gradFill>
            <a:gsLst>
              <a:gs pos="100000">
                <a:srgbClr val="00B8F5"/>
              </a:gs>
              <a:gs pos="0">
                <a:srgbClr val="1E49E2"/>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797359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9F2B47DB-768D-47AE-9D19-E74198AD42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
        <p:nvSpPr>
          <p:cNvPr id="4" name="Rectangle 3">
            <a:extLst>
              <a:ext uri="{FF2B5EF4-FFF2-40B4-BE49-F238E27FC236}">
                <a16:creationId xmlns:a16="http://schemas.microsoft.com/office/drawing/2014/main" id="{1E96C774-8B31-4EC8-BF6C-ACF71C2F0C15}"/>
              </a:ext>
              <a:ext uri="{C183D7F6-B498-43B3-948B-1728B52AA6E4}">
                <adec:decorative xmlns:adec="http://schemas.microsoft.com/office/drawing/2017/decorative" val="1"/>
              </a:ext>
            </a:extLst>
          </p:cNvPr>
          <p:cNvSpPr>
            <a:spLocks noChangeAspect="1"/>
          </p:cNvSpPr>
          <p:nvPr userDrawn="1"/>
        </p:nvSpPr>
        <p:spPr>
          <a:xfrm>
            <a:off x="3405716" y="371311"/>
            <a:ext cx="7794097" cy="5414065"/>
          </a:xfrm>
          <a:prstGeom prst="rect">
            <a:avLst/>
          </a:prstGeom>
          <a:gradFill>
            <a:gsLst>
              <a:gs pos="100000">
                <a:srgbClr val="1E49E2"/>
              </a:gs>
              <a:gs pos="0">
                <a:srgbClr val="00338D"/>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69647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grpSp>
        <p:nvGrpSpPr>
          <p:cNvPr id="8" name="Group 7">
            <a:extLst>
              <a:ext uri="{FF2B5EF4-FFF2-40B4-BE49-F238E27FC236}">
                <a16:creationId xmlns:a16="http://schemas.microsoft.com/office/drawing/2014/main" id="{A4D31055-F3AD-3C6B-67D8-0052CD662BE5}"/>
              </a:ext>
            </a:extLst>
          </p:cNvPr>
          <p:cNvGrpSpPr/>
          <p:nvPr userDrawn="1"/>
        </p:nvGrpSpPr>
        <p:grpSpPr>
          <a:xfrm>
            <a:off x="10134537" y="431800"/>
            <a:ext cx="2057463" cy="463550"/>
            <a:chOff x="10134537" y="431800"/>
            <a:chExt cx="2057463" cy="463550"/>
          </a:xfrm>
        </p:grpSpPr>
        <p:sp>
          <p:nvSpPr>
            <p:cNvPr id="4" name="Rectangle: Rounded Corners 103">
              <a:extLst>
                <a:ext uri="{FF2B5EF4-FFF2-40B4-BE49-F238E27FC236}">
                  <a16:creationId xmlns:a16="http://schemas.microsoft.com/office/drawing/2014/main" id="{E8612E3A-C696-BAA9-1E83-637E5E6B80FB}"/>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5" name="TextBox 4">
              <a:extLst>
                <a:ext uri="{FF2B5EF4-FFF2-40B4-BE49-F238E27FC236}">
                  <a16:creationId xmlns:a16="http://schemas.microsoft.com/office/drawing/2014/main" id="{FCE9E007-C378-2E5F-3BD1-0E3B201192AF}"/>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6" name="Straight Connector 5">
              <a:extLst>
                <a:ext uri="{FF2B5EF4-FFF2-40B4-BE49-F238E27FC236}">
                  <a16:creationId xmlns:a16="http://schemas.microsoft.com/office/drawing/2014/main" id="{09B8D0A2-671E-E743-E4EF-835EB69ADB65}"/>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15487337-0A54-D020-B5A2-BB8A9B10CD9B}"/>
                </a:ext>
              </a:extLst>
            </p:cNvPr>
            <p:cNvPicPr>
              <a:picLocks noChangeAspect="1"/>
            </p:cNvPicPr>
            <p:nvPr userDrawn="1"/>
          </p:nvPicPr>
          <p:blipFill>
            <a:blip>
              <a:extLst>
                <a:ext uri="{96DAC541-7B7A-43D3-8B79-37D633B846F1}">
                  <asvg:svgBlip xmlns:asvg="http://schemas.microsoft.com/office/drawing/2016/SVG/main" r:embed="rId2"/>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086707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99906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9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t="1" r="34" b="66754"/>
          <a:stretch>
            <a:fillRect/>
          </a:stretch>
        </p:blipFill>
        <p:spPr>
          <a:xfrm>
            <a:off x="0" y="0"/>
            <a:ext cx="12192000" cy="2311233"/>
          </a:xfrm>
          <a:prstGeom prst="rect">
            <a:avLst/>
          </a:prstGeom>
        </p:spPr>
      </p:pic>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 name="TextBox 1">
            <a:extLst>
              <a:ext uri="{FF2B5EF4-FFF2-40B4-BE49-F238E27FC236}">
                <a16:creationId xmlns:a16="http://schemas.microsoft.com/office/drawing/2014/main" id="{9BAE9CB4-AFDD-BFBA-83CD-6015E6D26907}"/>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3" name="Shape 8">
            <a:extLst>
              <a:ext uri="{FF2B5EF4-FFF2-40B4-BE49-F238E27FC236}">
                <a16:creationId xmlns:a16="http://schemas.microsoft.com/office/drawing/2014/main" id="{5D95508A-04D1-5F3E-7DC2-46ACCF239636}"/>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1" name="Straight Connector 10">
            <a:extLst>
              <a:ext uri="{FF2B5EF4-FFF2-40B4-BE49-F238E27FC236}">
                <a16:creationId xmlns:a16="http://schemas.microsoft.com/office/drawing/2014/main" id="{B2076972-E32E-2CB3-302E-61E39B9070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Graphic 8">
            <a:extLst>
              <a:ext uri="{FF2B5EF4-FFF2-40B4-BE49-F238E27FC236}">
                <a16:creationId xmlns:a16="http://schemas.microsoft.com/office/drawing/2014/main" id="{9DE07488-DCD2-B106-8F72-99361FFAB1A7}"/>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00585829-7998-D088-4150-97BAE3C4ED3D}"/>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sp>
        <p:nvSpPr>
          <p:cNvPr id="17" name="TextBox 16">
            <a:extLst>
              <a:ext uri="{FF2B5EF4-FFF2-40B4-BE49-F238E27FC236}">
                <a16:creationId xmlns:a16="http://schemas.microsoft.com/office/drawing/2014/main" id="{075C2010-61DC-7DBA-A2D8-14A6B8C72E3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8" name="Straight Connector 17">
            <a:extLst>
              <a:ext uri="{FF2B5EF4-FFF2-40B4-BE49-F238E27FC236}">
                <a16:creationId xmlns:a16="http://schemas.microsoft.com/office/drawing/2014/main" id="{1893CF8B-B8AD-6BE5-9A3F-810FF35BB799}"/>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EDBAD3B4-18CA-B103-0EAB-D48BC035D53F}"/>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2111329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2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b="66744"/>
          <a:stretch>
            <a:fillRect/>
          </a:stretch>
        </p:blipFill>
        <p:spPr>
          <a:xfrm>
            <a:off x="0" y="0"/>
            <a:ext cx="12192000" cy="2311233"/>
          </a:xfrm>
          <a:prstGeom prst="rect">
            <a:avLst/>
          </a:prstGeom>
        </p:spPr>
      </p:pic>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 name="TextBox 1">
            <a:extLst>
              <a:ext uri="{FF2B5EF4-FFF2-40B4-BE49-F238E27FC236}">
                <a16:creationId xmlns:a16="http://schemas.microsoft.com/office/drawing/2014/main" id="{9BAE9CB4-AFDD-BFBA-83CD-6015E6D26907}"/>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3" name="Shape 8">
            <a:extLst>
              <a:ext uri="{FF2B5EF4-FFF2-40B4-BE49-F238E27FC236}">
                <a16:creationId xmlns:a16="http://schemas.microsoft.com/office/drawing/2014/main" id="{5D95508A-04D1-5F3E-7DC2-46ACCF239636}"/>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1" name="Straight Connector 10">
            <a:extLst>
              <a:ext uri="{FF2B5EF4-FFF2-40B4-BE49-F238E27FC236}">
                <a16:creationId xmlns:a16="http://schemas.microsoft.com/office/drawing/2014/main" id="{B2076972-E32E-2CB3-302E-61E39B9070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Graphic 8">
            <a:extLst>
              <a:ext uri="{FF2B5EF4-FFF2-40B4-BE49-F238E27FC236}">
                <a16:creationId xmlns:a16="http://schemas.microsoft.com/office/drawing/2014/main" id="{9DE07488-DCD2-B106-8F72-99361FFAB1A7}"/>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00585829-7998-D088-4150-97BAE3C4ED3D}"/>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sp>
        <p:nvSpPr>
          <p:cNvPr id="17" name="TextBox 16">
            <a:extLst>
              <a:ext uri="{FF2B5EF4-FFF2-40B4-BE49-F238E27FC236}">
                <a16:creationId xmlns:a16="http://schemas.microsoft.com/office/drawing/2014/main" id="{075C2010-61DC-7DBA-A2D8-14A6B8C72E3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8" name="Straight Connector 17">
            <a:extLst>
              <a:ext uri="{FF2B5EF4-FFF2-40B4-BE49-F238E27FC236}">
                <a16:creationId xmlns:a16="http://schemas.microsoft.com/office/drawing/2014/main" id="{1893CF8B-B8AD-6BE5-9A3F-810FF35BB799}"/>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EDBAD3B4-18CA-B103-0EAB-D48BC035D53F}"/>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485193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02EF0F5-E70A-33B4-8A3E-E6ACF508A7B3}"/>
              </a:ext>
            </a:extLst>
          </p:cNvPr>
          <p:cNvSpPr/>
          <p:nvPr userDrawn="1"/>
        </p:nvSpPr>
        <p:spPr>
          <a:xfrm>
            <a:off x="1" y="0"/>
            <a:ext cx="3695700" cy="6858000"/>
          </a:xfrm>
          <a:prstGeom prst="rect">
            <a:avLst/>
          </a:prstGeom>
          <a:gradFill>
            <a:gsLst>
              <a:gs pos="100000">
                <a:schemeClr val="accent2"/>
              </a:gs>
              <a:gs pos="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IN" sz="1500" err="1">
              <a:solidFill>
                <a:schemeClr val="bg1"/>
              </a:solidFill>
            </a:endParaRP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1003200" y="431800"/>
            <a:ext cx="2692501" cy="533400"/>
          </a:xfrm>
        </p:spPr>
        <p:txBody>
          <a:bodyPr/>
          <a:lstStyle/>
          <a:p>
            <a:r>
              <a:rPr lang="en-US"/>
              <a:t>Click to edit Master title style</a:t>
            </a:r>
            <a:endParaRPr lang="en-GB"/>
          </a:p>
        </p:txBody>
      </p:sp>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grpSp>
        <p:nvGrpSpPr>
          <p:cNvPr id="19" name="Group 18">
            <a:extLst>
              <a:ext uri="{FF2B5EF4-FFF2-40B4-BE49-F238E27FC236}">
                <a16:creationId xmlns:a16="http://schemas.microsoft.com/office/drawing/2014/main" id="{083F98CC-F285-3DAC-D2B4-EEB11ACA286B}"/>
              </a:ext>
            </a:extLst>
          </p:cNvPr>
          <p:cNvGrpSpPr/>
          <p:nvPr userDrawn="1"/>
        </p:nvGrpSpPr>
        <p:grpSpPr>
          <a:xfrm>
            <a:off x="10134537" y="431800"/>
            <a:ext cx="2057463" cy="463550"/>
            <a:chOff x="10134537" y="431800"/>
            <a:chExt cx="2057463" cy="463550"/>
          </a:xfrm>
        </p:grpSpPr>
        <p:sp>
          <p:nvSpPr>
            <p:cNvPr id="20" name="Rectangle: Rounded Corners 103">
              <a:extLst>
                <a:ext uri="{FF2B5EF4-FFF2-40B4-BE49-F238E27FC236}">
                  <a16:creationId xmlns:a16="http://schemas.microsoft.com/office/drawing/2014/main" id="{291123B4-4DD5-5604-EC54-731894CEA6FD}"/>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21" name="TextBox 20">
              <a:extLst>
                <a:ext uri="{FF2B5EF4-FFF2-40B4-BE49-F238E27FC236}">
                  <a16:creationId xmlns:a16="http://schemas.microsoft.com/office/drawing/2014/main" id="{F29D4C0F-4D3B-0C2C-8BF9-46ED2B6D08E5}"/>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C7BE3141-FB06-1DD2-67C5-10128D1B4F8A}"/>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A9EABE4C-566F-03AF-EAA7-81FE93C6A8B8}"/>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7674569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0_Title Only">
    <p:spTree>
      <p:nvGrpSpPr>
        <p:cNvPr id="1" name=""/>
        <p:cNvGrpSpPr/>
        <p:nvPr/>
      </p:nvGrpSpPr>
      <p:grpSpPr>
        <a:xfrm>
          <a:off x="0" y="0"/>
          <a:ext cx="0" cy="0"/>
          <a:chOff x="0" y="0"/>
          <a:chExt cx="0" cy="0"/>
        </a:xfrm>
      </p:grpSpPr>
      <p:pic>
        <p:nvPicPr>
          <p:cNvPr id="2" name="Picture 1" descr="A blue background with white lines&#10;&#10;AI-generated content may be incorrect.">
            <a:extLst>
              <a:ext uri="{FF2B5EF4-FFF2-40B4-BE49-F238E27FC236}">
                <a16:creationId xmlns:a16="http://schemas.microsoft.com/office/drawing/2014/main" id="{7ECB49E8-9C70-FB1B-D5DE-5210AF77634B}"/>
              </a:ext>
            </a:extLst>
          </p:cNvPr>
          <p:cNvPicPr>
            <a:picLocks noChangeAspect="1"/>
          </p:cNvPicPr>
          <p:nvPr userDrawn="1"/>
        </p:nvPicPr>
        <p:blipFill>
          <a:blip r:embed="rId4" cstate="screen">
            <a:extLst>
              <a:ext uri="{28A0092B-C50C-407E-A947-70E740481C1C}">
                <a14:useLocalDpi xmlns:a14="http://schemas.microsoft.com/office/drawing/2010/main"/>
              </a:ext>
            </a:extLst>
          </a:blip>
          <a:srcRect r="62743"/>
          <a:stretch>
            <a:fillRect/>
          </a:stretch>
        </p:blipFill>
        <p:spPr>
          <a:xfrm>
            <a:off x="0" y="0"/>
            <a:ext cx="4481565" cy="6858000"/>
          </a:xfrm>
          <a:prstGeom prst="rect">
            <a:avLst/>
          </a:prstGeom>
        </p:spPr>
      </p:pic>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grpSp>
        <p:nvGrpSpPr>
          <p:cNvPr id="28" name="Group 27">
            <a:extLst>
              <a:ext uri="{FF2B5EF4-FFF2-40B4-BE49-F238E27FC236}">
                <a16:creationId xmlns:a16="http://schemas.microsoft.com/office/drawing/2014/main" id="{D0679488-6B2C-46A6-6CEE-05AC0F9DC4C1}"/>
              </a:ext>
            </a:extLst>
          </p:cNvPr>
          <p:cNvGrpSpPr/>
          <p:nvPr userDrawn="1"/>
        </p:nvGrpSpPr>
        <p:grpSpPr>
          <a:xfrm>
            <a:off x="10134537" y="431800"/>
            <a:ext cx="2057463" cy="463550"/>
            <a:chOff x="10134537" y="431800"/>
            <a:chExt cx="2057463" cy="463550"/>
          </a:xfrm>
        </p:grpSpPr>
        <p:sp>
          <p:nvSpPr>
            <p:cNvPr id="29" name="Rectangle: Rounded Corners 103">
              <a:extLst>
                <a:ext uri="{FF2B5EF4-FFF2-40B4-BE49-F238E27FC236}">
                  <a16:creationId xmlns:a16="http://schemas.microsoft.com/office/drawing/2014/main" id="{26CF5FB4-4BC9-71D6-1F27-544EDC5D5C03}"/>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30" name="TextBox 29">
              <a:extLst>
                <a:ext uri="{FF2B5EF4-FFF2-40B4-BE49-F238E27FC236}">
                  <a16:creationId xmlns:a16="http://schemas.microsoft.com/office/drawing/2014/main" id="{9CEE5B91-3E6D-50D0-05F8-76A5009AD606}"/>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31" name="Straight Connector 30">
              <a:extLst>
                <a:ext uri="{FF2B5EF4-FFF2-40B4-BE49-F238E27FC236}">
                  <a16:creationId xmlns:a16="http://schemas.microsoft.com/office/drawing/2014/main" id="{0777F567-1507-DA1C-FED0-15C19E5BD441}"/>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2" name="Graphic 31">
              <a:extLst>
                <a:ext uri="{FF2B5EF4-FFF2-40B4-BE49-F238E27FC236}">
                  <a16:creationId xmlns:a16="http://schemas.microsoft.com/office/drawing/2014/main" id="{F046F467-1026-D3E3-F071-9AD18E08B325}"/>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011981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5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r="49331"/>
          <a:stretch>
            <a:fillRect/>
          </a:stretch>
        </p:blipFill>
        <p:spPr>
          <a:xfrm>
            <a:off x="0" y="0"/>
            <a:ext cx="6095996" cy="6858000"/>
          </a:xfrm>
          <a:prstGeom prst="rect">
            <a:avLst/>
          </a:prstGeom>
        </p:spPr>
      </p:pic>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1003200" y="431800"/>
            <a:ext cx="2692501" cy="533400"/>
          </a:xfrm>
        </p:spPr>
        <p:txBody>
          <a:bodyPr/>
          <a:lstStyle>
            <a:lvl1pPr>
              <a:defRPr>
                <a:solidFill>
                  <a:schemeClr val="bg1"/>
                </a:solidFill>
              </a:defRPr>
            </a:lvl1pPr>
          </a:lstStyle>
          <a:p>
            <a:r>
              <a:rPr lang="en-US"/>
              <a:t>Click to edit Master title style</a:t>
            </a:r>
            <a:endParaRPr lang="en-GB"/>
          </a:p>
        </p:txBody>
      </p:sp>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grpSp>
        <p:nvGrpSpPr>
          <p:cNvPr id="19" name="Group 18">
            <a:extLst>
              <a:ext uri="{FF2B5EF4-FFF2-40B4-BE49-F238E27FC236}">
                <a16:creationId xmlns:a16="http://schemas.microsoft.com/office/drawing/2014/main" id="{E39DD777-3C45-FC2E-4557-FBB743DE57C4}"/>
              </a:ext>
            </a:extLst>
          </p:cNvPr>
          <p:cNvGrpSpPr/>
          <p:nvPr userDrawn="1"/>
        </p:nvGrpSpPr>
        <p:grpSpPr>
          <a:xfrm>
            <a:off x="10134537" y="431800"/>
            <a:ext cx="2057463" cy="463550"/>
            <a:chOff x="10134537" y="431800"/>
            <a:chExt cx="2057463" cy="463550"/>
          </a:xfrm>
        </p:grpSpPr>
        <p:sp>
          <p:nvSpPr>
            <p:cNvPr id="20" name="Rectangle: Rounded Corners 103">
              <a:extLst>
                <a:ext uri="{FF2B5EF4-FFF2-40B4-BE49-F238E27FC236}">
                  <a16:creationId xmlns:a16="http://schemas.microsoft.com/office/drawing/2014/main" id="{AEE0DCA9-93FD-C28A-DD70-F34AE12846E7}"/>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21" name="TextBox 20">
              <a:extLst>
                <a:ext uri="{FF2B5EF4-FFF2-40B4-BE49-F238E27FC236}">
                  <a16:creationId xmlns:a16="http://schemas.microsoft.com/office/drawing/2014/main" id="{7E563B1C-41B6-529E-4C9C-DF9ED1305C42}"/>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34FCFCC5-CCE1-F430-F60A-D0038A39FB3A}"/>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5D70AE22-AA95-C446-F1F3-F884AFF9C4B4}"/>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975028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3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r="49332"/>
          <a:stretch>
            <a:fillRect/>
          </a:stretch>
        </p:blipFill>
        <p:spPr>
          <a:xfrm>
            <a:off x="0" y="0"/>
            <a:ext cx="6095996" cy="6858000"/>
          </a:xfrm>
          <a:prstGeom prst="rect">
            <a:avLst/>
          </a:prstGeom>
        </p:spPr>
      </p:pic>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1003200" y="431800"/>
            <a:ext cx="2692501" cy="533400"/>
          </a:xfrm>
        </p:spPr>
        <p:txBody>
          <a:bodyPr/>
          <a:lstStyle>
            <a:lvl1pPr>
              <a:defRPr>
                <a:solidFill>
                  <a:schemeClr val="bg1"/>
                </a:solidFill>
              </a:defRPr>
            </a:lvl1pPr>
          </a:lstStyle>
          <a:p>
            <a:r>
              <a:rPr lang="en-US"/>
              <a:t>Click to edit Master title style</a:t>
            </a:r>
            <a:endParaRPr lang="en-GB"/>
          </a:p>
        </p:txBody>
      </p:sp>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grpSp>
        <p:nvGrpSpPr>
          <p:cNvPr id="19" name="Group 18">
            <a:extLst>
              <a:ext uri="{FF2B5EF4-FFF2-40B4-BE49-F238E27FC236}">
                <a16:creationId xmlns:a16="http://schemas.microsoft.com/office/drawing/2014/main" id="{E39DD777-3C45-FC2E-4557-FBB743DE57C4}"/>
              </a:ext>
            </a:extLst>
          </p:cNvPr>
          <p:cNvGrpSpPr/>
          <p:nvPr userDrawn="1"/>
        </p:nvGrpSpPr>
        <p:grpSpPr>
          <a:xfrm>
            <a:off x="10134537" y="431800"/>
            <a:ext cx="2057463" cy="463550"/>
            <a:chOff x="10134537" y="431800"/>
            <a:chExt cx="2057463" cy="463550"/>
          </a:xfrm>
        </p:grpSpPr>
        <p:sp>
          <p:nvSpPr>
            <p:cNvPr id="20" name="Rectangle: Rounded Corners 103">
              <a:extLst>
                <a:ext uri="{FF2B5EF4-FFF2-40B4-BE49-F238E27FC236}">
                  <a16:creationId xmlns:a16="http://schemas.microsoft.com/office/drawing/2014/main" id="{AEE0DCA9-93FD-C28A-DD70-F34AE12846E7}"/>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21" name="TextBox 20">
              <a:extLst>
                <a:ext uri="{FF2B5EF4-FFF2-40B4-BE49-F238E27FC236}">
                  <a16:creationId xmlns:a16="http://schemas.microsoft.com/office/drawing/2014/main" id="{7E563B1C-41B6-529E-4C9C-DF9ED1305C42}"/>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34FCFCC5-CCE1-F430-F60A-D0038A39FB3A}"/>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5D70AE22-AA95-C446-F1F3-F884AFF9C4B4}"/>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4770087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6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r="34" b="1354"/>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1" name="TextBox 20">
            <a:extLst>
              <a:ext uri="{FF2B5EF4-FFF2-40B4-BE49-F238E27FC236}">
                <a16:creationId xmlns:a16="http://schemas.microsoft.com/office/drawing/2014/main" id="{EB44BEA1-712D-0258-8EAE-E41AD13692F8}"/>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1C364D89-D1EC-7313-EA56-53DEC16C4108}"/>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18114C85-C67F-A3C8-0D24-150F6F78390C}"/>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22446190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_Title Only">
    <p:bg>
      <p:bgPr>
        <a:gradFill>
          <a:gsLst>
            <a:gs pos="0">
              <a:schemeClr val="tx2"/>
            </a:gs>
            <a:gs pos="100000">
              <a:schemeClr val="accent1"/>
            </a:gs>
          </a:gsLst>
          <a:lin ang="21594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2788000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1_Title Only">
    <p:bg>
      <p:bgPr>
        <a:gradFill flip="none" rotWithShape="1">
          <a:gsLst>
            <a:gs pos="40000">
              <a:schemeClr val="accent3"/>
            </a:gs>
            <a:gs pos="100000">
              <a:schemeClr val="accent1"/>
            </a:gs>
          </a:gsLst>
          <a:lin ang="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2288330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6_Title Only">
    <p:bg>
      <p:bgPr>
        <a:gradFill flip="none" rotWithShape="1">
          <a:gsLst>
            <a:gs pos="40000">
              <a:schemeClr val="accent3"/>
            </a:gs>
            <a:gs pos="100000">
              <a:schemeClr val="accent1"/>
            </a:gs>
          </a:gsLst>
          <a:lin ang="54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0233014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5_Title Only">
    <p:bg>
      <p:bgPr>
        <a:gradFill flip="none" rotWithShape="1">
          <a:gsLst>
            <a:gs pos="40000">
              <a:schemeClr val="accent3"/>
            </a:gs>
            <a:gs pos="100000">
              <a:schemeClr val="accent1"/>
            </a:gs>
          </a:gsLst>
          <a:lin ang="108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7004605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3" name="Rectangle 2">
            <a:extLst>
              <a:ext uri="{FF2B5EF4-FFF2-40B4-BE49-F238E27FC236}">
                <a16:creationId xmlns:a16="http://schemas.microsoft.com/office/drawing/2014/main" id="{CC01B6E3-8EC7-9F63-35C1-9401688D5797}"/>
              </a:ext>
            </a:extLst>
          </p:cNvPr>
          <p:cNvSpPr/>
          <p:nvPr userDrawn="1"/>
        </p:nvSpPr>
        <p:spPr>
          <a:xfrm>
            <a:off x="7965649" y="0"/>
            <a:ext cx="4226351" cy="6858000"/>
          </a:xfrm>
          <a:prstGeom prst="rect">
            <a:avLst/>
          </a:prstGeom>
          <a:gradFill>
            <a:gsLst>
              <a:gs pos="100000">
                <a:schemeClr val="accent2"/>
              </a:gs>
              <a:gs pos="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IN" sz="1500" err="1">
              <a:solidFill>
                <a:schemeClr val="bg1"/>
              </a:solidFill>
            </a:endParaRPr>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E82AEBE6-9110-F242-C7B5-15CE1BE37AD2}"/>
              </a:ext>
            </a:extLst>
          </p:cNvPr>
          <p:cNvGrpSpPr/>
          <p:nvPr userDrawn="1"/>
        </p:nvGrpSpPr>
        <p:grpSpPr>
          <a:xfrm>
            <a:off x="10262377" y="498475"/>
            <a:ext cx="1929623" cy="356658"/>
            <a:chOff x="10262377" y="498475"/>
            <a:chExt cx="1929623" cy="356658"/>
          </a:xfrm>
        </p:grpSpPr>
        <p:sp>
          <p:nvSpPr>
            <p:cNvPr id="18" name="TextBox 17">
              <a:extLst>
                <a:ext uri="{FF2B5EF4-FFF2-40B4-BE49-F238E27FC236}">
                  <a16:creationId xmlns:a16="http://schemas.microsoft.com/office/drawing/2014/main" id="{18DD7B5D-6829-E31F-55B2-A0930D405BA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9" name="Straight Connector 18">
              <a:extLst>
                <a:ext uri="{FF2B5EF4-FFF2-40B4-BE49-F238E27FC236}">
                  <a16:creationId xmlns:a16="http://schemas.microsoft.com/office/drawing/2014/main" id="{A8FCE313-385C-58A7-F245-244A1B46176C}"/>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B1A44438-4A88-490B-0DD3-F89E8319700F}"/>
                </a:ext>
              </a:extLst>
            </p:cNvPr>
            <p:cNvPicPr>
              <a:picLocks noChangeAspect="1"/>
            </p:cNvPicPr>
            <p:nvPr userDrawn="1"/>
          </p:nvPicPr>
          <p:blipFill>
            <a:blip>
              <a:extLst>
                <a:ext uri="{96DAC541-7B7A-43D3-8B79-37D633B846F1}">
                  <asvg:svgBlip xmlns:asvg="http://schemas.microsoft.com/office/drawing/2016/SVG/main" r:embed="rId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40930500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3" name="Rectangle 2">
            <a:extLst>
              <a:ext uri="{FF2B5EF4-FFF2-40B4-BE49-F238E27FC236}">
                <a16:creationId xmlns:a16="http://schemas.microsoft.com/office/drawing/2014/main" id="{CC01B6E3-8EC7-9F63-35C1-9401688D5797}"/>
              </a:ext>
            </a:extLst>
          </p:cNvPr>
          <p:cNvSpPr/>
          <p:nvPr userDrawn="1"/>
        </p:nvSpPr>
        <p:spPr>
          <a:xfrm>
            <a:off x="7965649" y="0"/>
            <a:ext cx="4226351" cy="6858000"/>
          </a:xfrm>
          <a:prstGeom prst="rect">
            <a:avLst/>
          </a:prstGeom>
          <a:gradFill>
            <a:gsLst>
              <a:gs pos="20000">
                <a:schemeClr val="accent3"/>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IN" sz="1500" err="1">
              <a:solidFill>
                <a:schemeClr val="bg1"/>
              </a:solidFill>
            </a:endParaRPr>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E82AEBE6-9110-F242-C7B5-15CE1BE37AD2}"/>
              </a:ext>
            </a:extLst>
          </p:cNvPr>
          <p:cNvGrpSpPr/>
          <p:nvPr userDrawn="1"/>
        </p:nvGrpSpPr>
        <p:grpSpPr>
          <a:xfrm>
            <a:off x="10262377" y="498475"/>
            <a:ext cx="1929623" cy="356658"/>
            <a:chOff x="10262377" y="498475"/>
            <a:chExt cx="1929623" cy="356658"/>
          </a:xfrm>
        </p:grpSpPr>
        <p:sp>
          <p:nvSpPr>
            <p:cNvPr id="18" name="TextBox 17">
              <a:extLst>
                <a:ext uri="{FF2B5EF4-FFF2-40B4-BE49-F238E27FC236}">
                  <a16:creationId xmlns:a16="http://schemas.microsoft.com/office/drawing/2014/main" id="{18DD7B5D-6829-E31F-55B2-A0930D405BA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9" name="Straight Connector 18">
              <a:extLst>
                <a:ext uri="{FF2B5EF4-FFF2-40B4-BE49-F238E27FC236}">
                  <a16:creationId xmlns:a16="http://schemas.microsoft.com/office/drawing/2014/main" id="{A8FCE313-385C-58A7-F245-244A1B46176C}"/>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B1A44438-4A88-490B-0DD3-F89E8319700F}"/>
                </a:ext>
              </a:extLst>
            </p:cNvPr>
            <p:cNvPicPr>
              <a:picLocks noChangeAspect="1"/>
            </p:cNvPicPr>
            <p:nvPr userDrawn="1"/>
          </p:nvPicPr>
          <p:blipFill>
            <a:blip>
              <a:extLst>
                <a:ext uri="{96DAC541-7B7A-43D3-8B79-37D633B846F1}">
                  <asvg:svgBlip xmlns:asvg="http://schemas.microsoft.com/office/drawing/2016/SVG/main" r:embed="rId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36573737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3A365D5-E103-47DF-D10E-57F7EF3A6FFB}"/>
              </a:ext>
            </a:extLst>
          </p:cNvPr>
          <p:cNvPicPr>
            <a:picLocks noChangeAspect="1"/>
          </p:cNvPicPr>
          <p:nvPr userDrawn="1"/>
        </p:nvPicPr>
        <p:blipFill>
          <a:blip r:embed="rId3" cstate="screen">
            <a:extLst>
              <a:ext uri="{28A0092B-C50C-407E-A947-70E740481C1C}">
                <a14:useLocalDpi xmlns:a14="http://schemas.microsoft.com/office/drawing/2010/main"/>
              </a:ext>
            </a:extLst>
          </a:blip>
          <a:srcRect l="65313" r="34" b="1354"/>
          <a:stretch>
            <a:fillRect/>
          </a:stretch>
        </p:blipFill>
        <p:spPr>
          <a:xfrm>
            <a:off x="7965649" y="0"/>
            <a:ext cx="4226351" cy="6858000"/>
          </a:xfrm>
          <a:prstGeom prst="rect">
            <a:avLst/>
          </a:prstGeom>
        </p:spPr>
      </p:pic>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8E80975C-BBF8-A70C-EC1F-737E88F605D1}"/>
              </a:ext>
            </a:extLst>
          </p:cNvPr>
          <p:cNvGrpSpPr/>
          <p:nvPr userDrawn="1"/>
        </p:nvGrpSpPr>
        <p:grpSpPr>
          <a:xfrm>
            <a:off x="10262377" y="498475"/>
            <a:ext cx="1929623" cy="356658"/>
            <a:chOff x="10262377" y="498475"/>
            <a:chExt cx="1929623" cy="356658"/>
          </a:xfrm>
        </p:grpSpPr>
        <p:sp>
          <p:nvSpPr>
            <p:cNvPr id="23" name="TextBox 22">
              <a:extLst>
                <a:ext uri="{FF2B5EF4-FFF2-40B4-BE49-F238E27FC236}">
                  <a16:creationId xmlns:a16="http://schemas.microsoft.com/office/drawing/2014/main" id="{78E0B9D0-C657-DC19-8AC3-0E8C97DC617D}"/>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4" name="Straight Connector 23">
              <a:extLst>
                <a:ext uri="{FF2B5EF4-FFF2-40B4-BE49-F238E27FC236}">
                  <a16:creationId xmlns:a16="http://schemas.microsoft.com/office/drawing/2014/main" id="{76C7694F-53FA-AB09-F252-D9921AD9A7D0}"/>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8C6A982B-1E85-797E-BB99-FDAFD12088AE}"/>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33152952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526E01B-2E1D-4DCB-E9F7-14D5AF7C0C4E}"/>
              </a:ext>
            </a:extLst>
          </p:cNvPr>
          <p:cNvSpPr/>
          <p:nvPr userDrawn="1"/>
        </p:nvSpPr>
        <p:spPr>
          <a:xfrm>
            <a:off x="8741667" y="0"/>
            <a:ext cx="3450334" cy="6858000"/>
          </a:xfrm>
          <a:prstGeom prst="rect">
            <a:avLst/>
          </a:prstGeom>
          <a:gradFill>
            <a:gsLst>
              <a:gs pos="0">
                <a:schemeClr val="tx2"/>
              </a:gs>
              <a:gs pos="100000">
                <a:schemeClr val="accent1"/>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CL" sz="1500" err="1">
              <a:solidFill>
                <a:schemeClr val="bg1"/>
              </a:solidFill>
            </a:endParaRP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091B88C7-7DB2-B662-FCA0-92727B5F0701}"/>
              </a:ext>
            </a:extLst>
          </p:cNvPr>
          <p:cNvGrpSpPr/>
          <p:nvPr userDrawn="1"/>
        </p:nvGrpSpPr>
        <p:grpSpPr>
          <a:xfrm>
            <a:off x="10262377" y="498475"/>
            <a:ext cx="1929623" cy="356658"/>
            <a:chOff x="10262377" y="498475"/>
            <a:chExt cx="1929623" cy="356658"/>
          </a:xfrm>
        </p:grpSpPr>
        <p:sp>
          <p:nvSpPr>
            <p:cNvPr id="23" name="TextBox 22">
              <a:extLst>
                <a:ext uri="{FF2B5EF4-FFF2-40B4-BE49-F238E27FC236}">
                  <a16:creationId xmlns:a16="http://schemas.microsoft.com/office/drawing/2014/main" id="{768DD44A-6F01-DA9F-882C-C7221361076F}"/>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4" name="Straight Connector 23">
              <a:extLst>
                <a:ext uri="{FF2B5EF4-FFF2-40B4-BE49-F238E27FC236}">
                  <a16:creationId xmlns:a16="http://schemas.microsoft.com/office/drawing/2014/main" id="{3D8580C5-F367-31CC-7EBD-607CE6CBA5F1}"/>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E8977F8C-9F0B-ECB6-D5D1-4F4D719C06FF}"/>
                </a:ext>
              </a:extLst>
            </p:cNvPr>
            <p:cNvPicPr>
              <a:picLocks noChangeAspect="1"/>
            </p:cNvPicPr>
            <p:nvPr userDrawn="1"/>
          </p:nvPicPr>
          <p:blipFill>
            <a:blip>
              <a:extLst>
                <a:ext uri="{96DAC541-7B7A-43D3-8B79-37D633B846F1}">
                  <asvg:svgBlip xmlns:asvg="http://schemas.microsoft.com/office/drawing/2016/SVG/main" r:embed="rId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32170498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Title Only - Dark BG colour">
    <p:bg>
      <p:bgPr>
        <a:solidFill>
          <a:srgbClr val="76D2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tx2"/>
                </a:solidFill>
                <a:latin typeface="+mn-lt"/>
                <a:ea typeface="Arial"/>
                <a:cs typeface="Arial" panose="020B0604020202020204" pitchFamily="34" charset="0"/>
              </a:rPr>
              <a:pPr algn="r"/>
              <a:t>‹#›</a:t>
            </a:fld>
            <a:endParaRPr lang="en-GB" sz="1000">
              <a:solidFill>
                <a:schemeClr val="tx2"/>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cxnSp>
        <p:nvCxnSpPr>
          <p:cNvPr id="8" name="Straight Connector 7">
            <a:extLst>
              <a:ext uri="{FF2B5EF4-FFF2-40B4-BE49-F238E27FC236}">
                <a16:creationId xmlns:a16="http://schemas.microsoft.com/office/drawing/2014/main" id="{156A5C29-C797-4C37-9F34-9C206DC1B64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Graphic 8">
            <a:extLst>
              <a:ext uri="{FF2B5EF4-FFF2-40B4-BE49-F238E27FC236}">
                <a16:creationId xmlns:a16="http://schemas.microsoft.com/office/drawing/2014/main" id="{147A601A-3AE8-4889-A026-9740E00CCFB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0" name="TextBox 9">
            <a:extLst>
              <a:ext uri="{FF2B5EF4-FFF2-40B4-BE49-F238E27FC236}">
                <a16:creationId xmlns:a16="http://schemas.microsoft.com/office/drawing/2014/main" id="{B339DC52-BE5A-4DB1-A59B-9DD871F00820}"/>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spTree>
    <p:extLst>
      <p:ext uri="{BB962C8B-B14F-4D97-AF65-F5344CB8AC3E}">
        <p14:creationId xmlns:p14="http://schemas.microsoft.com/office/powerpoint/2010/main" val="15355139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3_DIVIDER 1">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chemeClr val="accent3"/>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259F6ED-0229-E365-394F-A665B7DC097C}"/>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7" name="Group 6">
            <a:extLst>
              <a:ext uri="{FF2B5EF4-FFF2-40B4-BE49-F238E27FC236}">
                <a16:creationId xmlns:a16="http://schemas.microsoft.com/office/drawing/2014/main" id="{4D02B96E-C06F-D091-254A-A3E41BCB0F37}"/>
              </a:ext>
            </a:extLst>
          </p:cNvPr>
          <p:cNvGrpSpPr/>
          <p:nvPr userDrawn="1"/>
        </p:nvGrpSpPr>
        <p:grpSpPr>
          <a:xfrm>
            <a:off x="10262377" y="498475"/>
            <a:ext cx="1929623" cy="356658"/>
            <a:chOff x="10262377" y="498475"/>
            <a:chExt cx="1929623" cy="356658"/>
          </a:xfrm>
        </p:grpSpPr>
        <p:sp>
          <p:nvSpPr>
            <p:cNvPr id="9" name="TextBox 8">
              <a:extLst>
                <a:ext uri="{FF2B5EF4-FFF2-40B4-BE49-F238E27FC236}">
                  <a16:creationId xmlns:a16="http://schemas.microsoft.com/office/drawing/2014/main" id="{F8F03B7A-7774-A8FB-514A-5374EFC1C5E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0" name="Straight Connector 9">
              <a:extLst>
                <a:ext uri="{FF2B5EF4-FFF2-40B4-BE49-F238E27FC236}">
                  <a16:creationId xmlns:a16="http://schemas.microsoft.com/office/drawing/2014/main" id="{8AA2A8BF-38B8-3825-898B-15D806451C44}"/>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EB2335E2-8DE6-B3FD-824F-1990E99E30C3}"/>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4371578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5_DIVIDER 1">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D7834C-5C82-9568-2F2B-67FD8C6D07B7}"/>
              </a:ext>
            </a:extLst>
          </p:cNvPr>
          <p:cNvPicPr>
            <a:picLocks noChangeAspect="1"/>
          </p:cNvPicPr>
          <p:nvPr userDrawn="1"/>
        </p:nvPicPr>
        <p:blipFill>
          <a:blip r:embed="rId4" cstate="screen">
            <a:extLst>
              <a:ext uri="{28A0092B-C50C-407E-A947-70E740481C1C}">
                <a14:useLocalDpi xmlns:a14="http://schemas.microsoft.com/office/drawing/2010/main"/>
              </a:ext>
            </a:extLst>
          </a:blip>
          <a:srcRect r="34" b="1354"/>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chemeClr val="accent3"/>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B1D42F2-7AD0-78F6-D907-7A368ED11E5A}"/>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7" name="Group 6">
            <a:extLst>
              <a:ext uri="{FF2B5EF4-FFF2-40B4-BE49-F238E27FC236}">
                <a16:creationId xmlns:a16="http://schemas.microsoft.com/office/drawing/2014/main" id="{22EDBA4B-19A1-5918-079C-845AF68AD8D0}"/>
              </a:ext>
            </a:extLst>
          </p:cNvPr>
          <p:cNvGrpSpPr/>
          <p:nvPr userDrawn="1"/>
        </p:nvGrpSpPr>
        <p:grpSpPr>
          <a:xfrm>
            <a:off x="10262377" y="498475"/>
            <a:ext cx="1929623" cy="356658"/>
            <a:chOff x="10262377" y="498475"/>
            <a:chExt cx="1929623" cy="356658"/>
          </a:xfrm>
        </p:grpSpPr>
        <p:sp>
          <p:nvSpPr>
            <p:cNvPr id="10" name="TextBox 9">
              <a:extLst>
                <a:ext uri="{FF2B5EF4-FFF2-40B4-BE49-F238E27FC236}">
                  <a16:creationId xmlns:a16="http://schemas.microsoft.com/office/drawing/2014/main" id="{E347D0DC-3C93-289F-42D2-2B18E78A34FC}"/>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2" name="Straight Connector 11">
              <a:extLst>
                <a:ext uri="{FF2B5EF4-FFF2-40B4-BE49-F238E27FC236}">
                  <a16:creationId xmlns:a16="http://schemas.microsoft.com/office/drawing/2014/main" id="{6FBB6BAB-92C2-8B49-8F2B-9A80B59934A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4E33EB67-3A08-7B49-F6D4-D17489D115E3}"/>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4216324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7_DIVIDER 1">
    <p:bg>
      <p:bgPr>
        <a:solidFill>
          <a:schemeClr val="accent3"/>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rgbClr val="ACEAFF"/>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259F6ED-0229-E365-394F-A665B7DC097C}"/>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7" name="Group 6">
            <a:extLst>
              <a:ext uri="{FF2B5EF4-FFF2-40B4-BE49-F238E27FC236}">
                <a16:creationId xmlns:a16="http://schemas.microsoft.com/office/drawing/2014/main" id="{4D02B96E-C06F-D091-254A-A3E41BCB0F37}"/>
              </a:ext>
            </a:extLst>
          </p:cNvPr>
          <p:cNvGrpSpPr/>
          <p:nvPr userDrawn="1"/>
        </p:nvGrpSpPr>
        <p:grpSpPr>
          <a:xfrm>
            <a:off x="10262377" y="498475"/>
            <a:ext cx="1929623" cy="356658"/>
            <a:chOff x="10262377" y="498475"/>
            <a:chExt cx="1929623" cy="356658"/>
          </a:xfrm>
        </p:grpSpPr>
        <p:sp>
          <p:nvSpPr>
            <p:cNvPr id="9" name="TextBox 8">
              <a:extLst>
                <a:ext uri="{FF2B5EF4-FFF2-40B4-BE49-F238E27FC236}">
                  <a16:creationId xmlns:a16="http://schemas.microsoft.com/office/drawing/2014/main" id="{F8F03B7A-7774-A8FB-514A-5374EFC1C5E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0" name="Straight Connector 9">
              <a:extLst>
                <a:ext uri="{FF2B5EF4-FFF2-40B4-BE49-F238E27FC236}">
                  <a16:creationId xmlns:a16="http://schemas.microsoft.com/office/drawing/2014/main" id="{8AA2A8BF-38B8-3825-898B-15D806451C44}"/>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EB2335E2-8DE6-B3FD-824F-1990E99E30C3}"/>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7933510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6_DIVIDER 1">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D7834C-5C82-9568-2F2B-67FD8C6D07B7}"/>
              </a:ext>
            </a:extLst>
          </p:cNvPr>
          <p:cNvPicPr>
            <a:picLocks noChangeAspect="1"/>
          </p:cNvPicPr>
          <p:nvPr userDrawn="1"/>
        </p:nvPicPr>
        <p:blipFill>
          <a:blip r:embed="rId4" cstate="screen">
            <a:extLst>
              <a:ext uri="{28A0092B-C50C-407E-A947-70E740481C1C}">
                <a14:useLocalDpi xmlns:a14="http://schemas.microsoft.com/office/drawing/2010/main"/>
              </a:ext>
            </a:extLst>
          </a:blip>
          <a:srcRect t="660" b="660"/>
          <a:stretch/>
        </p:blipFill>
        <p:spPr>
          <a:xfrm>
            <a:off x="0" y="0"/>
            <a:ext cx="12192000" cy="6858000"/>
          </a:xfrm>
          <a:prstGeom prst="rect">
            <a:avLst/>
          </a:prstGeom>
        </p:spPr>
      </p:pic>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chemeClr val="bg1"/>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B1D42F2-7AD0-78F6-D907-7A368ED11E5A}"/>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7" name="Group 6">
            <a:extLst>
              <a:ext uri="{FF2B5EF4-FFF2-40B4-BE49-F238E27FC236}">
                <a16:creationId xmlns:a16="http://schemas.microsoft.com/office/drawing/2014/main" id="{22EDBA4B-19A1-5918-079C-845AF68AD8D0}"/>
              </a:ext>
            </a:extLst>
          </p:cNvPr>
          <p:cNvGrpSpPr/>
          <p:nvPr userDrawn="1"/>
        </p:nvGrpSpPr>
        <p:grpSpPr>
          <a:xfrm>
            <a:off x="10262377" y="498475"/>
            <a:ext cx="1929623" cy="356658"/>
            <a:chOff x="10262377" y="498475"/>
            <a:chExt cx="1929623" cy="356658"/>
          </a:xfrm>
        </p:grpSpPr>
        <p:sp>
          <p:nvSpPr>
            <p:cNvPr id="10" name="TextBox 9">
              <a:extLst>
                <a:ext uri="{FF2B5EF4-FFF2-40B4-BE49-F238E27FC236}">
                  <a16:creationId xmlns:a16="http://schemas.microsoft.com/office/drawing/2014/main" id="{E347D0DC-3C93-289F-42D2-2B18E78A34FC}"/>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2" name="Straight Connector 11">
              <a:extLst>
                <a:ext uri="{FF2B5EF4-FFF2-40B4-BE49-F238E27FC236}">
                  <a16:creationId xmlns:a16="http://schemas.microsoft.com/office/drawing/2014/main" id="{6FBB6BAB-92C2-8B49-8F2B-9A80B59934A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4E33EB67-3A08-7B49-F6D4-D17489D115E3}"/>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4112761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_DIVIDER 1">
    <p:bg>
      <p:bgPr>
        <a:gradFill>
          <a:gsLst>
            <a:gs pos="0">
              <a:schemeClr val="tx2"/>
            </a:gs>
            <a:gs pos="100000">
              <a:schemeClr val="accent1"/>
            </a:gs>
          </a:gsLst>
          <a:lin ang="21594000" scaled="0"/>
        </a:gra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1978262"/>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982756"/>
            <a:ext cx="5103813" cy="5386090"/>
          </a:xfrm>
        </p:spPr>
        <p:txBody>
          <a:bodyPr wrap="square" anchor="b">
            <a:spAutoFit/>
          </a:bodyPr>
          <a:lstStyle>
            <a:lvl1pPr algn="r">
              <a:lnSpc>
                <a:spcPct val="70000"/>
              </a:lnSpc>
              <a:spcAft>
                <a:spcPts val="0"/>
              </a:spcAft>
              <a:defRPr sz="50000">
                <a:solidFill>
                  <a:srgbClr val="76D2FF"/>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081431"/>
            <a:ext cx="6264275" cy="1008063"/>
          </a:xfrm>
        </p:spPr>
        <p:txBody>
          <a:bodyPr/>
          <a:lstStyle>
            <a:lvl1pPr>
              <a:lnSpc>
                <a:spcPct val="70000"/>
              </a:lnSpc>
              <a:defRPr sz="8800">
                <a:solidFill>
                  <a:srgbClr val="76D2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8F46D32-54C1-F640-CB0F-6878775B39D3}"/>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7" name="Group 6">
            <a:extLst>
              <a:ext uri="{FF2B5EF4-FFF2-40B4-BE49-F238E27FC236}">
                <a16:creationId xmlns:a16="http://schemas.microsoft.com/office/drawing/2014/main" id="{8070DA5A-5079-0A9B-5A47-93C3A1845860}"/>
              </a:ext>
            </a:extLst>
          </p:cNvPr>
          <p:cNvGrpSpPr/>
          <p:nvPr userDrawn="1"/>
        </p:nvGrpSpPr>
        <p:grpSpPr>
          <a:xfrm>
            <a:off x="10262377" y="498475"/>
            <a:ext cx="1929623" cy="356658"/>
            <a:chOff x="10262377" y="498475"/>
            <a:chExt cx="1929623" cy="356658"/>
          </a:xfrm>
        </p:grpSpPr>
        <p:sp>
          <p:nvSpPr>
            <p:cNvPr id="9" name="TextBox 8">
              <a:extLst>
                <a:ext uri="{FF2B5EF4-FFF2-40B4-BE49-F238E27FC236}">
                  <a16:creationId xmlns:a16="http://schemas.microsoft.com/office/drawing/2014/main" id="{F609C502-1F35-77EF-A825-06620156FBEF}"/>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0" name="Straight Connector 9">
              <a:extLst>
                <a:ext uri="{FF2B5EF4-FFF2-40B4-BE49-F238E27FC236}">
                  <a16:creationId xmlns:a16="http://schemas.microsoft.com/office/drawing/2014/main" id="{5DDB47CD-B1A9-FE07-4951-1E006D119F3D}"/>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6D47FA2B-1D75-F250-C9FB-448886FB765E}"/>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41383692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Back Cover dark Gradient">
    <p:bg>
      <p:bgPr>
        <a:gradFill>
          <a:gsLst>
            <a:gs pos="100000">
              <a:schemeClr val="accent1"/>
            </a:gs>
            <a:gs pos="0">
              <a:schemeClr val="tx2"/>
            </a:gs>
          </a:gsLst>
          <a:lin ang="0" scaled="0"/>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70D886-9EBD-16DB-7B04-05CF984A9AB0}"/>
              </a:ext>
            </a:extLst>
          </p:cNvPr>
          <p:cNvPicPr>
            <a:picLocks noChangeAspect="1"/>
          </p:cNvPicPr>
          <p:nvPr userDrawn="1"/>
        </p:nvPicPr>
        <p:blipFill>
          <a:blip r:embed="rId2" cstate="screen">
            <a:extLst>
              <a:ext uri="{28A0092B-C50C-407E-A947-70E740481C1C}">
                <a14:useLocalDpi xmlns:a14="http://schemas.microsoft.com/office/drawing/2010/main"/>
              </a:ext>
            </a:extLst>
          </a:blip>
          <a:srcRect r="34" b="1354"/>
          <a:stretch>
            <a:fillRect/>
          </a:stretch>
        </p:blipFill>
        <p:spPr>
          <a:xfrm>
            <a:off x="0" y="0"/>
            <a:ext cx="12192000" cy="6858000"/>
          </a:xfrm>
          <a:prstGeom prst="rect">
            <a:avLst/>
          </a:prstGeom>
        </p:spPr>
      </p:pic>
      <p:pic>
        <p:nvPicPr>
          <p:cNvPr id="18" name="Graphic 17">
            <a:extLst>
              <a:ext uri="{FF2B5EF4-FFF2-40B4-BE49-F238E27FC236}">
                <a16:creationId xmlns:a16="http://schemas.microsoft.com/office/drawing/2014/main" id="{935A1578-15A7-4FE7-8BC2-3ADC725A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TextBox 15">
            <a:extLst>
              <a:ext uri="{FF2B5EF4-FFF2-40B4-BE49-F238E27FC236}">
                <a16:creationId xmlns:a16="http://schemas.microsoft.com/office/drawing/2014/main" id="{04C2CA56-BD0D-3340-A194-A5965BC60FB6}"/>
              </a:ext>
            </a:extLst>
          </p:cNvPr>
          <p:cNvSpPr txBox="1"/>
          <p:nvPr userDrawn="1"/>
        </p:nvSpPr>
        <p:spPr>
          <a:xfrm>
            <a:off x="989998" y="3646823"/>
            <a:ext cx="2225744" cy="184666"/>
          </a:xfrm>
          <a:prstGeom prst="rect">
            <a:avLst/>
          </a:prstGeom>
          <a:noFill/>
        </p:spPr>
        <p:txBody>
          <a:bodyPr wrap="square" lIns="0" tIns="0" rIns="0" bIns="0" rtlCol="0">
            <a:spAutoFit/>
          </a:bodyPr>
          <a:lstStyle/>
          <a:p>
            <a:pPr marL="0" marR="0" lvl="1" indent="0" algn="l" defTabSz="844083" rtl="0" eaLnBrk="1" fontAlgn="auto" latinLnBrk="0" hangingPunct="1">
              <a:lnSpc>
                <a:spcPct val="100000"/>
              </a:lnSpc>
              <a:spcBef>
                <a:spcPts val="0"/>
              </a:spcBef>
              <a:spcAft>
                <a:spcPts val="554"/>
              </a:spcAft>
              <a:buClrTx/>
              <a:buSzTx/>
              <a:buFontTx/>
              <a:buNone/>
              <a:tabLst/>
              <a:defRPr/>
            </a:pPr>
            <a:r>
              <a:rPr kumimoji="0" lang="en-GB" sz="1200" b="1" i="0" u="none" strike="noStrike" kern="1200" cap="none" spc="0" normalizeH="0" baseline="0" noProof="0">
                <a:ln>
                  <a:noFill/>
                </a:ln>
                <a:solidFill>
                  <a:schemeClr val="bg1"/>
                </a:solidFill>
                <a:effectLst/>
                <a:uLnTx/>
                <a:uFillTx/>
                <a:latin typeface="Arial"/>
                <a:ea typeface="+mn-ea"/>
                <a:cs typeface="+mn-cs"/>
              </a:rPr>
              <a:t>kpmg.com</a:t>
            </a:r>
          </a:p>
        </p:txBody>
      </p:sp>
      <p:sp>
        <p:nvSpPr>
          <p:cNvPr id="4" name="Rectangle 19">
            <a:hlinkClick r:id="rId4"/>
            <a:extLst>
              <a:ext uri="{FF2B5EF4-FFF2-40B4-BE49-F238E27FC236}">
                <a16:creationId xmlns:a16="http://schemas.microsoft.com/office/drawing/2014/main" id="{B857BAAB-2B0C-BB1A-8D21-816335F4CC0A}"/>
              </a:ext>
            </a:extLst>
          </p:cNvPr>
          <p:cNvSpPr/>
          <p:nvPr userDrawn="1"/>
        </p:nvSpPr>
        <p:spPr>
          <a:xfrm>
            <a:off x="978453" y="3670531"/>
            <a:ext cx="845316" cy="1609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0" name="Content Placeholder 1">
            <a:extLst>
              <a:ext uri="{FF2B5EF4-FFF2-40B4-BE49-F238E27FC236}">
                <a16:creationId xmlns:a16="http://schemas.microsoft.com/office/drawing/2014/main" id="{4DE391DA-1ACF-70C8-587B-1C0B43E5451E}"/>
              </a:ext>
            </a:extLst>
          </p:cNvPr>
          <p:cNvSpPr txBox="1">
            <a:spLocks/>
          </p:cNvSpPr>
          <p:nvPr userDrawn="1"/>
        </p:nvSpPr>
        <p:spPr>
          <a:xfrm>
            <a:off x="989997" y="4473073"/>
            <a:ext cx="9156269" cy="1600127"/>
          </a:xfrm>
          <a:prstGeom prst="rect">
            <a:avLst/>
          </a:prstGeom>
        </p:spPr>
        <p:txBody>
          <a:bodyPr lIns="0" tIns="0" rIns="0" bIns="0"/>
          <a:lstStyle>
            <a:lvl1pPr eaLnBrk="1" hangingPunct="1">
              <a:spcAft>
                <a:spcPts val="600"/>
              </a:spcAft>
              <a:defRPr sz="1500" b="1" i="0">
                <a:solidFill>
                  <a:schemeClr val="tx2"/>
                </a:solidFill>
                <a:latin typeface="Arial" panose="020B0603020202020204" pitchFamily="34" charset="0"/>
                <a:cs typeface="Arial" panose="020B0603020202020204" pitchFamily="34" charset="0"/>
              </a:defRPr>
            </a:lvl1pPr>
            <a:lvl2pPr marL="0" indent="0" eaLnBrk="1" hangingPunct="1">
              <a:spcAft>
                <a:spcPts val="600"/>
              </a:spcAft>
              <a:buFontTx/>
              <a:buNone/>
              <a:defRPr sz="1500" b="0" i="0">
                <a:solidFill>
                  <a:schemeClr val="tx2"/>
                </a:solidFill>
                <a:latin typeface="Arial" panose="020B0403020202020204" pitchFamily="34" charset="0"/>
                <a:cs typeface="Arial" panose="020B0403020202020204" pitchFamily="34" charset="0"/>
              </a:defRPr>
            </a:lvl2pPr>
            <a:lvl3pPr marL="285750" indent="-285750" eaLnBrk="1" hangingPunct="1">
              <a:spcAft>
                <a:spcPts val="600"/>
              </a:spcAft>
              <a:buClrTx/>
              <a:buFont typeface="Arial"/>
              <a:buChar char="—"/>
              <a:defRPr sz="1500" b="0" i="0">
                <a:solidFill>
                  <a:schemeClr val="tx2"/>
                </a:solidFill>
                <a:latin typeface="Arial" panose="020B0403020202020204" pitchFamily="34" charset="0"/>
                <a:cs typeface="Arial" panose="020B0403020202020204" pitchFamily="34" charset="0"/>
              </a:defRPr>
            </a:lvl3pPr>
            <a:lvl4pPr marL="571500" indent="-228600" eaLnBrk="1" hangingPunct="1">
              <a:spcAft>
                <a:spcPts val="600"/>
              </a:spcAft>
              <a:buFont typeface="Arial"/>
              <a:buChar char="-"/>
              <a:defRPr sz="1500" b="0" i="0" baseline="0">
                <a:solidFill>
                  <a:schemeClr val="tx2"/>
                </a:solidFill>
                <a:latin typeface="Arial" panose="020B0403020202020204" pitchFamily="34" charset="0"/>
                <a:cs typeface="Arial" panose="020B0403020202020204" pitchFamily="34" charset="0"/>
              </a:defRPr>
            </a:lvl4pPr>
            <a:lvl5pPr eaLnBrk="1" hangingPunct="1">
              <a:spcAft>
                <a:spcPts val="600"/>
              </a:spcAft>
              <a:defRPr sz="1500" b="0" i="0">
                <a:solidFill>
                  <a:schemeClr val="accent5"/>
                </a:solidFill>
                <a:latin typeface="Arial" panose="020B0403020202020204" pitchFamily="34" charset="0"/>
                <a:cs typeface="Arial" panose="020B0403020202020204" pitchFamily="34" charset="0"/>
              </a:defRPr>
            </a:lvl5pPr>
          </a:lstStyle>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The information contained herein is of a general nature and is not intended to address the circumstances of any particular individual or entity. Although we </a:t>
            </a:r>
            <a:r>
              <a:rPr kumimoji="0" lang="en-US" altLang="en-US" sz="1000" b="0" i="0" u="none" strike="noStrike" kern="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endeavour</a:t>
            </a: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Throughout this presentation,  “we”, “KPMG”, “us” and “our” refers to the KPMG global organization, to KPMG International Limited (“KPMG International”), and/or to one or more of the member firms of KPMG International, each of which is a separate legal entity.</a:t>
            </a:r>
          </a:p>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2026 Copyright owned by one or more of the KPMG International entities. KPMG International entities provide no services to clients. All rights reserved.</a:t>
            </a:r>
          </a:p>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KPMG refers to the global organization or to one or more of the member firms of KPMG International Limited (“KPMG International”), each of which is a separate legal entity. KPMG International Limited is a private English company limited by guarantee and does not provide services to clients. For more detail about our structure please visit </a:t>
            </a: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hlinkClick r:id="rId5">
                  <a:extLst>
                    <a:ext uri="{A12FA001-AC4F-418D-AE19-62706E023703}">
                      <ahyp:hlinkClr xmlns:ahyp="http://schemas.microsoft.com/office/drawing/2018/hyperlinkcolor" val="tx"/>
                    </a:ext>
                  </a:extLst>
                </a:hlinkClick>
              </a:rPr>
              <a:t>kpmg.com/governance</a:t>
            </a: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a:t>
            </a:r>
          </a:p>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The KPMG name and logo are trademarks used under license by the independent member firms of the KPMG global organization.</a:t>
            </a:r>
          </a:p>
        </p:txBody>
      </p:sp>
      <p:sp>
        <p:nvSpPr>
          <p:cNvPr id="11" name="Content Placeholder 1">
            <a:extLst>
              <a:ext uri="{FF2B5EF4-FFF2-40B4-BE49-F238E27FC236}">
                <a16:creationId xmlns:a16="http://schemas.microsoft.com/office/drawing/2014/main" id="{F717DDCE-D1D4-0432-F07F-F351F89794DD}"/>
              </a:ext>
            </a:extLst>
          </p:cNvPr>
          <p:cNvSpPr txBox="1">
            <a:spLocks/>
          </p:cNvSpPr>
          <p:nvPr userDrawn="1"/>
        </p:nvSpPr>
        <p:spPr>
          <a:xfrm>
            <a:off x="989997" y="2851709"/>
            <a:ext cx="9156269" cy="285878"/>
          </a:xfrm>
          <a:prstGeom prst="rect">
            <a:avLst/>
          </a:prstGeom>
        </p:spPr>
        <p:txBody>
          <a:bodyPr lIns="0" tIns="0" rIns="0" bIns="0"/>
          <a:lstStyle>
            <a:lvl1pPr eaLnBrk="1" hangingPunct="1">
              <a:spcAft>
                <a:spcPts val="600"/>
              </a:spcAft>
              <a:defRPr sz="1500" b="1" i="0">
                <a:solidFill>
                  <a:schemeClr val="tx2"/>
                </a:solidFill>
                <a:latin typeface="Arial" panose="020B0603020202020204" pitchFamily="34" charset="0"/>
                <a:cs typeface="Arial" panose="020B0603020202020204" pitchFamily="34" charset="0"/>
              </a:defRPr>
            </a:lvl1pPr>
            <a:lvl2pPr marL="0" indent="0" eaLnBrk="1" hangingPunct="1">
              <a:spcAft>
                <a:spcPts val="600"/>
              </a:spcAft>
              <a:buFontTx/>
              <a:buNone/>
              <a:defRPr sz="1500" b="0" i="0">
                <a:solidFill>
                  <a:schemeClr val="tx2"/>
                </a:solidFill>
                <a:latin typeface="Arial" panose="020B0403020202020204" pitchFamily="34" charset="0"/>
                <a:cs typeface="Arial" panose="020B0403020202020204" pitchFamily="34" charset="0"/>
              </a:defRPr>
            </a:lvl2pPr>
            <a:lvl3pPr marL="285750" indent="-285750" eaLnBrk="1" hangingPunct="1">
              <a:spcAft>
                <a:spcPts val="600"/>
              </a:spcAft>
              <a:buClrTx/>
              <a:buFont typeface="Arial"/>
              <a:buChar char="—"/>
              <a:defRPr sz="1500" b="0" i="0">
                <a:solidFill>
                  <a:schemeClr val="tx2"/>
                </a:solidFill>
                <a:latin typeface="Arial" panose="020B0403020202020204" pitchFamily="34" charset="0"/>
                <a:cs typeface="Arial" panose="020B0403020202020204" pitchFamily="34" charset="0"/>
              </a:defRPr>
            </a:lvl3pPr>
            <a:lvl4pPr marL="571500" indent="-228600" eaLnBrk="1" hangingPunct="1">
              <a:spcAft>
                <a:spcPts val="600"/>
              </a:spcAft>
              <a:buFont typeface="Arial"/>
              <a:buChar char="-"/>
              <a:defRPr sz="1500" b="0" i="0" baseline="0">
                <a:solidFill>
                  <a:schemeClr val="tx2"/>
                </a:solidFill>
                <a:latin typeface="Arial" panose="020B0403020202020204" pitchFamily="34" charset="0"/>
                <a:cs typeface="Arial" panose="020B0403020202020204" pitchFamily="34" charset="0"/>
              </a:defRPr>
            </a:lvl4pPr>
            <a:lvl5pPr eaLnBrk="1" hangingPunct="1">
              <a:spcAft>
                <a:spcPts val="600"/>
              </a:spcAft>
              <a:defRPr sz="1500" b="0" i="0">
                <a:solidFill>
                  <a:schemeClr val="accent5"/>
                </a:solidFill>
                <a:latin typeface="Arial" panose="020B0403020202020204" pitchFamily="34" charset="0"/>
                <a:cs typeface="Arial" panose="020B0403020202020204" pitchFamily="34" charset="0"/>
              </a:defRPr>
            </a:lvl5pPr>
          </a:lstStyle>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2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Some or all of the services described herein may not be permissible for KPMG audit clients and their affiliates or related entities.</a:t>
            </a:r>
          </a:p>
        </p:txBody>
      </p:sp>
      <p:pic>
        <p:nvPicPr>
          <p:cNvPr id="21" name="Graphic 20">
            <a:extLst>
              <a:ext uri="{FF2B5EF4-FFF2-40B4-BE49-F238E27FC236}">
                <a16:creationId xmlns:a16="http://schemas.microsoft.com/office/drawing/2014/main" id="{C7E3F84B-3ABF-0F58-B395-2C53B6F43AD7}"/>
              </a:ext>
            </a:extLst>
          </p:cNvPr>
          <p:cNvPicPr>
            <a:picLocks noChangeAspect="1"/>
          </p:cNvPicPr>
          <p:nvPr userDrawn="1"/>
        </p:nvPicPr>
        <p:blipFill rotWithShape="1">
          <a:blip>
            <a:extLst>
              <a:ext uri="{28A0092B-C50C-407E-A947-70E740481C1C}">
                <a14:useLocalDpi xmlns:a14="http://schemas.microsoft.com/office/drawing/2010/main"/>
              </a:ext>
              <a:ext uri="{96DAC541-7B7A-43D3-8B79-37D633B846F1}">
                <asvg:svgBlip xmlns:asvg="http://schemas.microsoft.com/office/drawing/2016/SVG/main" r:embed="rId6"/>
              </a:ext>
            </a:extLst>
          </a:blip>
          <a:srcRect l="70775" r="13902"/>
          <a:stretch/>
        </p:blipFill>
        <p:spPr>
          <a:xfrm>
            <a:off x="2769339" y="3937056"/>
            <a:ext cx="477521" cy="404205"/>
          </a:xfrm>
          <a:prstGeom prst="rect">
            <a:avLst/>
          </a:prstGeom>
        </p:spPr>
      </p:pic>
      <p:pic>
        <p:nvPicPr>
          <p:cNvPr id="22" name="Graphic 21">
            <a:extLst>
              <a:ext uri="{FF2B5EF4-FFF2-40B4-BE49-F238E27FC236}">
                <a16:creationId xmlns:a16="http://schemas.microsoft.com/office/drawing/2014/main" id="{BABC8629-1455-C8FC-38D1-67B8A3702567}"/>
              </a:ext>
            </a:extLst>
          </p:cNvPr>
          <p:cNvPicPr>
            <a:picLocks noChangeAspect="1"/>
          </p:cNvPicPr>
          <p:nvPr userDrawn="1"/>
        </p:nvPicPr>
        <p:blipFill rotWithShape="1">
          <a:blip>
            <a:extLst>
              <a:ext uri="{28A0092B-C50C-407E-A947-70E740481C1C}">
                <a14:useLocalDpi xmlns:a14="http://schemas.microsoft.com/office/drawing/2010/main"/>
              </a:ext>
              <a:ext uri="{96DAC541-7B7A-43D3-8B79-37D633B846F1}">
                <asvg:svgBlip xmlns:asvg="http://schemas.microsoft.com/office/drawing/2016/SVG/main" r:embed="rId6"/>
              </a:ext>
            </a:extLst>
          </a:blip>
          <a:srcRect l="28576" r="28648"/>
          <a:stretch/>
        </p:blipFill>
        <p:spPr>
          <a:xfrm>
            <a:off x="988271" y="3937056"/>
            <a:ext cx="1333024" cy="404205"/>
          </a:xfrm>
          <a:prstGeom prst="rect">
            <a:avLst/>
          </a:prstGeom>
        </p:spPr>
      </p:pic>
      <p:sp>
        <p:nvSpPr>
          <p:cNvPr id="23" name="Rectangle 22">
            <a:hlinkClick r:id="rId7"/>
            <a:extLst>
              <a:ext uri="{FF2B5EF4-FFF2-40B4-BE49-F238E27FC236}">
                <a16:creationId xmlns:a16="http://schemas.microsoft.com/office/drawing/2014/main" id="{822A58BF-FC33-5C9F-FA32-5808354EE72B}"/>
              </a:ext>
            </a:extLst>
          </p:cNvPr>
          <p:cNvSpPr/>
          <p:nvPr userDrawn="1"/>
        </p:nvSpPr>
        <p:spPr>
          <a:xfrm>
            <a:off x="1012569" y="3954943"/>
            <a:ext cx="373216"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4" name="Rectangle 23">
            <a:hlinkClick r:id="rId8"/>
            <a:extLst>
              <a:ext uri="{FF2B5EF4-FFF2-40B4-BE49-F238E27FC236}">
                <a16:creationId xmlns:a16="http://schemas.microsoft.com/office/drawing/2014/main" id="{02E6D8FA-4570-97F6-9F69-F273AD9AA340}"/>
              </a:ext>
            </a:extLst>
          </p:cNvPr>
          <p:cNvSpPr/>
          <p:nvPr userDrawn="1"/>
        </p:nvSpPr>
        <p:spPr>
          <a:xfrm>
            <a:off x="1445956" y="3954943"/>
            <a:ext cx="373216"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5" name="Rectangle 24">
            <a:hlinkClick r:id="rId9"/>
            <a:extLst>
              <a:ext uri="{FF2B5EF4-FFF2-40B4-BE49-F238E27FC236}">
                <a16:creationId xmlns:a16="http://schemas.microsoft.com/office/drawing/2014/main" id="{E8988838-4BF8-9ACA-35D1-2E193099A511}"/>
              </a:ext>
            </a:extLst>
          </p:cNvPr>
          <p:cNvSpPr/>
          <p:nvPr userDrawn="1"/>
        </p:nvSpPr>
        <p:spPr>
          <a:xfrm>
            <a:off x="1884106" y="3954943"/>
            <a:ext cx="382742"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6" name="Rectangle 25">
            <a:hlinkClick r:id="rId10"/>
            <a:extLst>
              <a:ext uri="{FF2B5EF4-FFF2-40B4-BE49-F238E27FC236}">
                <a16:creationId xmlns:a16="http://schemas.microsoft.com/office/drawing/2014/main" id="{0EA39AC9-4671-7968-02E3-FA411F248218}"/>
              </a:ext>
            </a:extLst>
          </p:cNvPr>
          <p:cNvSpPr/>
          <p:nvPr userDrawn="1"/>
        </p:nvSpPr>
        <p:spPr>
          <a:xfrm>
            <a:off x="2818654" y="3937056"/>
            <a:ext cx="397088"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7" name="Rectangle 26">
            <a:hlinkClick r:id="rId11"/>
            <a:extLst>
              <a:ext uri="{FF2B5EF4-FFF2-40B4-BE49-F238E27FC236}">
                <a16:creationId xmlns:a16="http://schemas.microsoft.com/office/drawing/2014/main" id="{5750D574-A152-2F3D-251F-ED1E0DA74ED9}"/>
              </a:ext>
            </a:extLst>
          </p:cNvPr>
          <p:cNvSpPr/>
          <p:nvPr userDrawn="1"/>
        </p:nvSpPr>
        <p:spPr>
          <a:xfrm>
            <a:off x="2370858" y="3942824"/>
            <a:ext cx="373216"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baseline="-25000">
              <a:solidFill>
                <a:schemeClr val="bg1"/>
              </a:solidFill>
            </a:endParaRPr>
          </a:p>
        </p:txBody>
      </p:sp>
      <p:pic>
        <p:nvPicPr>
          <p:cNvPr id="28" name="Graphic 27">
            <a:extLst>
              <a:ext uri="{FF2B5EF4-FFF2-40B4-BE49-F238E27FC236}">
                <a16:creationId xmlns:a16="http://schemas.microsoft.com/office/drawing/2014/main" id="{43B44CF8-6DA3-678F-607D-C7351E6C260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2345593" y="3937056"/>
            <a:ext cx="404205" cy="404205"/>
          </a:xfrm>
          <a:prstGeom prst="rect">
            <a:avLst/>
          </a:prstGeom>
        </p:spPr>
      </p:pic>
      <p:grpSp>
        <p:nvGrpSpPr>
          <p:cNvPr id="31" name="Group 30">
            <a:extLst>
              <a:ext uri="{FF2B5EF4-FFF2-40B4-BE49-F238E27FC236}">
                <a16:creationId xmlns:a16="http://schemas.microsoft.com/office/drawing/2014/main" id="{577DB995-FDDA-9B25-24C0-E0E8234B657C}"/>
              </a:ext>
            </a:extLst>
          </p:cNvPr>
          <p:cNvGrpSpPr/>
          <p:nvPr userDrawn="1"/>
        </p:nvGrpSpPr>
        <p:grpSpPr>
          <a:xfrm>
            <a:off x="10262377" y="498475"/>
            <a:ext cx="1929623" cy="356658"/>
            <a:chOff x="10262377" y="498475"/>
            <a:chExt cx="1929623" cy="356658"/>
          </a:xfrm>
        </p:grpSpPr>
        <p:sp>
          <p:nvSpPr>
            <p:cNvPr id="32" name="TextBox 31">
              <a:extLst>
                <a:ext uri="{FF2B5EF4-FFF2-40B4-BE49-F238E27FC236}">
                  <a16:creationId xmlns:a16="http://schemas.microsoft.com/office/drawing/2014/main" id="{6CF1A53B-53BE-0B92-D7A3-18DC63116FC9}"/>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33" name="Straight Connector 32">
              <a:extLst>
                <a:ext uri="{FF2B5EF4-FFF2-40B4-BE49-F238E27FC236}">
                  <a16:creationId xmlns:a16="http://schemas.microsoft.com/office/drawing/2014/main" id="{72EF08FA-3A93-2AD8-E9C6-302419163755}"/>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9977B850-5CA9-47D9-0544-433EADD1ACCC}"/>
                </a:ext>
              </a:extLst>
            </p:cNvPr>
            <p:cNvPicPr>
              <a:picLocks noChangeAspect="1"/>
            </p:cNvPicPr>
            <p:nvPr userDrawn="1"/>
          </p:nvPicPr>
          <p:blipFill>
            <a:blip>
              <a:extLst>
                <a:ext uri="{96DAC541-7B7A-43D3-8B79-37D633B846F1}">
                  <asvg:svgBlip xmlns:asvg="http://schemas.microsoft.com/office/drawing/2016/SVG/main" r:embed="rId1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4892607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52527D5-7D06-9B32-BFF1-A90AFB182B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998478" y="1456388"/>
            <a:ext cx="5249471"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dirty="0"/>
              <a:t>Title slide text only</a:t>
            </a:r>
            <a:endParaRPr lang="en-US" dirty="0"/>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pic>
        <p:nvPicPr>
          <p:cNvPr id="9" name="Graphic 8">
            <a:extLst>
              <a:ext uri="{FF2B5EF4-FFF2-40B4-BE49-F238E27FC236}">
                <a16:creationId xmlns:a16="http://schemas.microsoft.com/office/drawing/2014/main" id="{AA9325F0-DADC-43A7-A4FF-97033BB2202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34049225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362213592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5_TITLE SLIDE Left Horizontal Window_KPMG Blue">
    <p:bg>
      <p:bgRef idx="1001">
        <a:schemeClr val="bg1"/>
      </p:bgRef>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DC073081-5CD3-BD0D-28EF-1E7D6D4959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684"/>
            <a:ext cx="12192000" cy="6844632"/>
          </a:xfrm>
          <a:prstGeom prst="rect">
            <a:avLst/>
          </a:prstGeom>
          <a:blipFill>
            <a:blip r:embed="rId3"/>
            <a:stretch>
              <a:fillRect/>
            </a:stretch>
          </a:blipFill>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82661" y="4430684"/>
            <a:ext cx="1239635" cy="1446241"/>
          </a:xfrm>
          <a:prstGeom prst="rect">
            <a:avLst/>
          </a:prstGeom>
        </p:spPr>
      </p:pic>
      <p:sp>
        <p:nvSpPr>
          <p:cNvPr id="13" name="Estrella: 4 puntas 12">
            <a:extLst>
              <a:ext uri="{FF2B5EF4-FFF2-40B4-BE49-F238E27FC236}">
                <a16:creationId xmlns:a16="http://schemas.microsoft.com/office/drawing/2014/main" id="{752D9288-B946-9238-4463-82E617F20174}"/>
              </a:ext>
            </a:extLst>
          </p:cNvPr>
          <p:cNvSpPr/>
          <p:nvPr userDrawn="1"/>
        </p:nvSpPr>
        <p:spPr>
          <a:xfrm>
            <a:off x="11444288" y="6115050"/>
            <a:ext cx="495300" cy="488155"/>
          </a:xfrm>
          <a:prstGeom prst="star4">
            <a:avLst>
              <a:gd name="adj" fmla="val 26179"/>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s-ES" sz="1500" err="1">
              <a:solidFill>
                <a:schemeClr val="bg1"/>
              </a:solidFill>
            </a:endParaRPr>
          </a:p>
        </p:txBody>
      </p:sp>
    </p:spTree>
    <p:extLst>
      <p:ext uri="{BB962C8B-B14F-4D97-AF65-F5344CB8AC3E}">
        <p14:creationId xmlns:p14="http://schemas.microsoft.com/office/powerpoint/2010/main" val="1900226494"/>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2938309443"/>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3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62456920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3743046944"/>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CB44795-849A-41CE-8B25-0DE9EB09F9B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
        <p:nvSpPr>
          <p:cNvPr id="16" name="Rectangle 15">
            <a:extLst>
              <a:ext uri="{FF2B5EF4-FFF2-40B4-BE49-F238E27FC236}">
                <a16:creationId xmlns:a16="http://schemas.microsoft.com/office/drawing/2014/main" id="{7F73FA8F-86B4-4B38-9318-B211F1BBAFEB}"/>
              </a:ext>
              <a:ext uri="{C183D7F6-B498-43B3-948B-1728B52AA6E4}">
                <adec:decorative xmlns:adec="http://schemas.microsoft.com/office/drawing/2017/decorative" val="1"/>
              </a:ext>
            </a:extLst>
          </p:cNvPr>
          <p:cNvSpPr>
            <a:spLocks noChangeAspect="1"/>
          </p:cNvSpPr>
          <p:nvPr userDrawn="1"/>
        </p:nvSpPr>
        <p:spPr>
          <a:xfrm>
            <a:off x="998476" y="1470479"/>
            <a:ext cx="3053689" cy="4410949"/>
          </a:xfrm>
          <a:prstGeom prst="rect">
            <a:avLst/>
          </a:prstGeom>
          <a:gradFill>
            <a:gsLst>
              <a:gs pos="100000">
                <a:srgbClr val="00B8F5"/>
              </a:gs>
              <a:gs pos="0">
                <a:srgbClr val="1E49E2"/>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255713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9F2B47DB-768D-47AE-9D19-E74198AD42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
        <p:nvSpPr>
          <p:cNvPr id="4" name="Rectangle 3">
            <a:extLst>
              <a:ext uri="{FF2B5EF4-FFF2-40B4-BE49-F238E27FC236}">
                <a16:creationId xmlns:a16="http://schemas.microsoft.com/office/drawing/2014/main" id="{1E96C774-8B31-4EC8-BF6C-ACF71C2F0C15}"/>
              </a:ext>
              <a:ext uri="{C183D7F6-B498-43B3-948B-1728B52AA6E4}">
                <adec:decorative xmlns:adec="http://schemas.microsoft.com/office/drawing/2017/decorative" val="1"/>
              </a:ext>
            </a:extLst>
          </p:cNvPr>
          <p:cNvSpPr>
            <a:spLocks noChangeAspect="1"/>
          </p:cNvSpPr>
          <p:nvPr userDrawn="1"/>
        </p:nvSpPr>
        <p:spPr>
          <a:xfrm>
            <a:off x="3405716" y="371311"/>
            <a:ext cx="7794097" cy="5414065"/>
          </a:xfrm>
          <a:prstGeom prst="rect">
            <a:avLst/>
          </a:prstGeom>
          <a:gradFill>
            <a:gsLst>
              <a:gs pos="100000">
                <a:srgbClr val="1E49E2"/>
              </a:gs>
              <a:gs pos="0">
                <a:srgbClr val="00338D"/>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7915028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grpSp>
        <p:nvGrpSpPr>
          <p:cNvPr id="8" name="Group 7">
            <a:extLst>
              <a:ext uri="{FF2B5EF4-FFF2-40B4-BE49-F238E27FC236}">
                <a16:creationId xmlns:a16="http://schemas.microsoft.com/office/drawing/2014/main" id="{A4D31055-F3AD-3C6B-67D8-0052CD662BE5}"/>
              </a:ext>
            </a:extLst>
          </p:cNvPr>
          <p:cNvGrpSpPr/>
          <p:nvPr userDrawn="1"/>
        </p:nvGrpSpPr>
        <p:grpSpPr>
          <a:xfrm>
            <a:off x="10134537" y="431800"/>
            <a:ext cx="2057463" cy="463550"/>
            <a:chOff x="10134537" y="431800"/>
            <a:chExt cx="2057463" cy="463550"/>
          </a:xfrm>
        </p:grpSpPr>
        <p:sp>
          <p:nvSpPr>
            <p:cNvPr id="4" name="Rectangle: Rounded Corners 103">
              <a:extLst>
                <a:ext uri="{FF2B5EF4-FFF2-40B4-BE49-F238E27FC236}">
                  <a16:creationId xmlns:a16="http://schemas.microsoft.com/office/drawing/2014/main" id="{E8612E3A-C696-BAA9-1E83-637E5E6B80FB}"/>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5" name="TextBox 4">
              <a:extLst>
                <a:ext uri="{FF2B5EF4-FFF2-40B4-BE49-F238E27FC236}">
                  <a16:creationId xmlns:a16="http://schemas.microsoft.com/office/drawing/2014/main" id="{FCE9E007-C378-2E5F-3BD1-0E3B201192AF}"/>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6" name="Straight Connector 5">
              <a:extLst>
                <a:ext uri="{FF2B5EF4-FFF2-40B4-BE49-F238E27FC236}">
                  <a16:creationId xmlns:a16="http://schemas.microsoft.com/office/drawing/2014/main" id="{09B8D0A2-671E-E743-E4EF-835EB69ADB65}"/>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15487337-0A54-D020-B5A2-BB8A9B10CD9B}"/>
                </a:ext>
              </a:extLst>
            </p:cNvPr>
            <p:cNvPicPr>
              <a:picLocks noChangeAspect="1"/>
            </p:cNvPicPr>
            <p:nvPr userDrawn="1"/>
          </p:nvPicPr>
          <p:blipFill>
            <a:blip>
              <a:extLst>
                <a:ext uri="{96DAC541-7B7A-43D3-8B79-37D633B846F1}">
                  <asvg:svgBlip xmlns:asvg="http://schemas.microsoft.com/office/drawing/2016/SVG/main" r:embed="rId2"/>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5359459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258618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9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t="1" r="34" b="66754"/>
          <a:stretch>
            <a:fillRect/>
          </a:stretch>
        </p:blipFill>
        <p:spPr>
          <a:xfrm>
            <a:off x="0" y="0"/>
            <a:ext cx="12192000" cy="2311233"/>
          </a:xfrm>
          <a:prstGeom prst="rect">
            <a:avLst/>
          </a:prstGeom>
        </p:spPr>
      </p:pic>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 name="TextBox 1">
            <a:extLst>
              <a:ext uri="{FF2B5EF4-FFF2-40B4-BE49-F238E27FC236}">
                <a16:creationId xmlns:a16="http://schemas.microsoft.com/office/drawing/2014/main" id="{9BAE9CB4-AFDD-BFBA-83CD-6015E6D26907}"/>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3" name="Shape 8">
            <a:extLst>
              <a:ext uri="{FF2B5EF4-FFF2-40B4-BE49-F238E27FC236}">
                <a16:creationId xmlns:a16="http://schemas.microsoft.com/office/drawing/2014/main" id="{5D95508A-04D1-5F3E-7DC2-46ACCF239636}"/>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1" name="Straight Connector 10">
            <a:extLst>
              <a:ext uri="{FF2B5EF4-FFF2-40B4-BE49-F238E27FC236}">
                <a16:creationId xmlns:a16="http://schemas.microsoft.com/office/drawing/2014/main" id="{B2076972-E32E-2CB3-302E-61E39B9070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Graphic 8">
            <a:extLst>
              <a:ext uri="{FF2B5EF4-FFF2-40B4-BE49-F238E27FC236}">
                <a16:creationId xmlns:a16="http://schemas.microsoft.com/office/drawing/2014/main" id="{9DE07488-DCD2-B106-8F72-99361FFAB1A7}"/>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00585829-7998-D088-4150-97BAE3C4ED3D}"/>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sp>
        <p:nvSpPr>
          <p:cNvPr id="17" name="TextBox 16">
            <a:extLst>
              <a:ext uri="{FF2B5EF4-FFF2-40B4-BE49-F238E27FC236}">
                <a16:creationId xmlns:a16="http://schemas.microsoft.com/office/drawing/2014/main" id="{075C2010-61DC-7DBA-A2D8-14A6B8C72E3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8" name="Straight Connector 17">
            <a:extLst>
              <a:ext uri="{FF2B5EF4-FFF2-40B4-BE49-F238E27FC236}">
                <a16:creationId xmlns:a16="http://schemas.microsoft.com/office/drawing/2014/main" id="{1893CF8B-B8AD-6BE5-9A3F-810FF35BB799}"/>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EDBAD3B4-18CA-B103-0EAB-D48BC035D53F}"/>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17606352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0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t="1" r="34" b="66754"/>
          <a:stretch>
            <a:fillRect/>
          </a:stretch>
        </p:blipFill>
        <p:spPr>
          <a:xfrm>
            <a:off x="0" y="1"/>
            <a:ext cx="12192000" cy="1233996"/>
          </a:xfrm>
          <a:prstGeom prst="rect">
            <a:avLst/>
          </a:prstGeom>
        </p:spPr>
      </p:pic>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 name="TextBox 1">
            <a:extLst>
              <a:ext uri="{FF2B5EF4-FFF2-40B4-BE49-F238E27FC236}">
                <a16:creationId xmlns:a16="http://schemas.microsoft.com/office/drawing/2014/main" id="{9BAE9CB4-AFDD-BFBA-83CD-6015E6D26907}"/>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3" name="Shape 8">
            <a:extLst>
              <a:ext uri="{FF2B5EF4-FFF2-40B4-BE49-F238E27FC236}">
                <a16:creationId xmlns:a16="http://schemas.microsoft.com/office/drawing/2014/main" id="{5D95508A-04D1-5F3E-7DC2-46ACCF239636}"/>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1" name="Straight Connector 10">
            <a:extLst>
              <a:ext uri="{FF2B5EF4-FFF2-40B4-BE49-F238E27FC236}">
                <a16:creationId xmlns:a16="http://schemas.microsoft.com/office/drawing/2014/main" id="{B2076972-E32E-2CB3-302E-61E39B9070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Graphic 8">
            <a:extLst>
              <a:ext uri="{FF2B5EF4-FFF2-40B4-BE49-F238E27FC236}">
                <a16:creationId xmlns:a16="http://schemas.microsoft.com/office/drawing/2014/main" id="{9DE07488-DCD2-B106-8F72-99361FFAB1A7}"/>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00585829-7998-D088-4150-97BAE3C4ED3D}"/>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sp>
        <p:nvSpPr>
          <p:cNvPr id="17" name="TextBox 16">
            <a:extLst>
              <a:ext uri="{FF2B5EF4-FFF2-40B4-BE49-F238E27FC236}">
                <a16:creationId xmlns:a16="http://schemas.microsoft.com/office/drawing/2014/main" id="{075C2010-61DC-7DBA-A2D8-14A6B8C72E3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8" name="Straight Connector 17">
            <a:extLst>
              <a:ext uri="{FF2B5EF4-FFF2-40B4-BE49-F238E27FC236}">
                <a16:creationId xmlns:a16="http://schemas.microsoft.com/office/drawing/2014/main" id="{1893CF8B-B8AD-6BE5-9A3F-810FF35BB799}"/>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EDBAD3B4-18CA-B103-0EAB-D48BC035D53F}"/>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34781663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8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r="34" b="50677"/>
          <a:stretch>
            <a:fillRect/>
          </a:stretch>
        </p:blipFill>
        <p:spPr>
          <a:xfrm>
            <a:off x="0" y="0"/>
            <a:ext cx="12192000" cy="3429000"/>
          </a:xfrm>
          <a:prstGeom prst="rect">
            <a:avLst/>
          </a:prstGeom>
        </p:spPr>
      </p:pic>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 name="TextBox 1">
            <a:extLst>
              <a:ext uri="{FF2B5EF4-FFF2-40B4-BE49-F238E27FC236}">
                <a16:creationId xmlns:a16="http://schemas.microsoft.com/office/drawing/2014/main" id="{9BAE9CB4-AFDD-BFBA-83CD-6015E6D26907}"/>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3" name="Shape 8">
            <a:extLst>
              <a:ext uri="{FF2B5EF4-FFF2-40B4-BE49-F238E27FC236}">
                <a16:creationId xmlns:a16="http://schemas.microsoft.com/office/drawing/2014/main" id="{5D95508A-04D1-5F3E-7DC2-46ACCF239636}"/>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1" name="Straight Connector 10">
            <a:extLst>
              <a:ext uri="{FF2B5EF4-FFF2-40B4-BE49-F238E27FC236}">
                <a16:creationId xmlns:a16="http://schemas.microsoft.com/office/drawing/2014/main" id="{B2076972-E32E-2CB3-302E-61E39B9070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Graphic 8">
            <a:extLst>
              <a:ext uri="{FF2B5EF4-FFF2-40B4-BE49-F238E27FC236}">
                <a16:creationId xmlns:a16="http://schemas.microsoft.com/office/drawing/2014/main" id="{9DE07488-DCD2-B106-8F72-99361FFAB1A7}"/>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00585829-7998-D088-4150-97BAE3C4ED3D}"/>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sp>
        <p:nvSpPr>
          <p:cNvPr id="17" name="TextBox 16">
            <a:extLst>
              <a:ext uri="{FF2B5EF4-FFF2-40B4-BE49-F238E27FC236}">
                <a16:creationId xmlns:a16="http://schemas.microsoft.com/office/drawing/2014/main" id="{075C2010-61DC-7DBA-A2D8-14A6B8C72E3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8" name="Straight Connector 17">
            <a:extLst>
              <a:ext uri="{FF2B5EF4-FFF2-40B4-BE49-F238E27FC236}">
                <a16:creationId xmlns:a16="http://schemas.microsoft.com/office/drawing/2014/main" id="{1893CF8B-B8AD-6BE5-9A3F-810FF35BB799}"/>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EDBAD3B4-18CA-B103-0EAB-D48BC035D53F}"/>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366703646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2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b="66744"/>
          <a:stretch>
            <a:fillRect/>
          </a:stretch>
        </p:blipFill>
        <p:spPr>
          <a:xfrm>
            <a:off x="0" y="0"/>
            <a:ext cx="12192000" cy="2311233"/>
          </a:xfrm>
          <a:prstGeom prst="rect">
            <a:avLst/>
          </a:prstGeom>
        </p:spPr>
      </p:pic>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 name="TextBox 1">
            <a:extLst>
              <a:ext uri="{FF2B5EF4-FFF2-40B4-BE49-F238E27FC236}">
                <a16:creationId xmlns:a16="http://schemas.microsoft.com/office/drawing/2014/main" id="{9BAE9CB4-AFDD-BFBA-83CD-6015E6D26907}"/>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3" name="Shape 8">
            <a:extLst>
              <a:ext uri="{FF2B5EF4-FFF2-40B4-BE49-F238E27FC236}">
                <a16:creationId xmlns:a16="http://schemas.microsoft.com/office/drawing/2014/main" id="{5D95508A-04D1-5F3E-7DC2-46ACCF239636}"/>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1" name="Straight Connector 10">
            <a:extLst>
              <a:ext uri="{FF2B5EF4-FFF2-40B4-BE49-F238E27FC236}">
                <a16:creationId xmlns:a16="http://schemas.microsoft.com/office/drawing/2014/main" id="{B2076972-E32E-2CB3-302E-61E39B9070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Graphic 8">
            <a:extLst>
              <a:ext uri="{FF2B5EF4-FFF2-40B4-BE49-F238E27FC236}">
                <a16:creationId xmlns:a16="http://schemas.microsoft.com/office/drawing/2014/main" id="{9DE07488-DCD2-B106-8F72-99361FFAB1A7}"/>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00585829-7998-D088-4150-97BAE3C4ED3D}"/>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sp>
        <p:nvSpPr>
          <p:cNvPr id="17" name="TextBox 16">
            <a:extLst>
              <a:ext uri="{FF2B5EF4-FFF2-40B4-BE49-F238E27FC236}">
                <a16:creationId xmlns:a16="http://schemas.microsoft.com/office/drawing/2014/main" id="{075C2010-61DC-7DBA-A2D8-14A6B8C72E3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8" name="Straight Connector 17">
            <a:extLst>
              <a:ext uri="{FF2B5EF4-FFF2-40B4-BE49-F238E27FC236}">
                <a16:creationId xmlns:a16="http://schemas.microsoft.com/office/drawing/2014/main" id="{1893CF8B-B8AD-6BE5-9A3F-810FF35BB799}"/>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EDBAD3B4-18CA-B103-0EAB-D48BC035D53F}"/>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24348235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02EF0F5-E70A-33B4-8A3E-E6ACF508A7B3}"/>
              </a:ext>
            </a:extLst>
          </p:cNvPr>
          <p:cNvSpPr/>
          <p:nvPr userDrawn="1"/>
        </p:nvSpPr>
        <p:spPr>
          <a:xfrm>
            <a:off x="1" y="0"/>
            <a:ext cx="3695700" cy="6858000"/>
          </a:xfrm>
          <a:prstGeom prst="rect">
            <a:avLst/>
          </a:prstGeom>
          <a:gradFill>
            <a:gsLst>
              <a:gs pos="100000">
                <a:schemeClr val="accent2"/>
              </a:gs>
              <a:gs pos="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IN" sz="1500" err="1">
              <a:solidFill>
                <a:schemeClr val="bg1"/>
              </a:solidFill>
            </a:endParaRP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1003200" y="431800"/>
            <a:ext cx="2692501" cy="533400"/>
          </a:xfrm>
        </p:spPr>
        <p:txBody>
          <a:bodyPr/>
          <a:lstStyle/>
          <a:p>
            <a:r>
              <a:rPr lang="en-US"/>
              <a:t>Click to edit Master title style</a:t>
            </a:r>
            <a:endParaRPr lang="en-GB"/>
          </a:p>
        </p:txBody>
      </p:sp>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grpSp>
        <p:nvGrpSpPr>
          <p:cNvPr id="19" name="Group 18">
            <a:extLst>
              <a:ext uri="{FF2B5EF4-FFF2-40B4-BE49-F238E27FC236}">
                <a16:creationId xmlns:a16="http://schemas.microsoft.com/office/drawing/2014/main" id="{083F98CC-F285-3DAC-D2B4-EEB11ACA286B}"/>
              </a:ext>
            </a:extLst>
          </p:cNvPr>
          <p:cNvGrpSpPr/>
          <p:nvPr userDrawn="1"/>
        </p:nvGrpSpPr>
        <p:grpSpPr>
          <a:xfrm>
            <a:off x="10134537" y="431800"/>
            <a:ext cx="2057463" cy="463550"/>
            <a:chOff x="10134537" y="431800"/>
            <a:chExt cx="2057463" cy="463550"/>
          </a:xfrm>
        </p:grpSpPr>
        <p:sp>
          <p:nvSpPr>
            <p:cNvPr id="20" name="Rectangle: Rounded Corners 103">
              <a:extLst>
                <a:ext uri="{FF2B5EF4-FFF2-40B4-BE49-F238E27FC236}">
                  <a16:creationId xmlns:a16="http://schemas.microsoft.com/office/drawing/2014/main" id="{291123B4-4DD5-5604-EC54-731894CEA6FD}"/>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21" name="TextBox 20">
              <a:extLst>
                <a:ext uri="{FF2B5EF4-FFF2-40B4-BE49-F238E27FC236}">
                  <a16:creationId xmlns:a16="http://schemas.microsoft.com/office/drawing/2014/main" id="{F29D4C0F-4D3B-0C2C-8BF9-46ED2B6D08E5}"/>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C7BE3141-FB06-1DD2-67C5-10128D1B4F8A}"/>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A9EABE4C-566F-03AF-EAA7-81FE93C6A8B8}"/>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7668930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0_Title Only">
    <p:spTree>
      <p:nvGrpSpPr>
        <p:cNvPr id="1" name=""/>
        <p:cNvGrpSpPr/>
        <p:nvPr/>
      </p:nvGrpSpPr>
      <p:grpSpPr>
        <a:xfrm>
          <a:off x="0" y="0"/>
          <a:ext cx="0" cy="0"/>
          <a:chOff x="0" y="0"/>
          <a:chExt cx="0" cy="0"/>
        </a:xfrm>
      </p:grpSpPr>
      <p:pic>
        <p:nvPicPr>
          <p:cNvPr id="2" name="Picture 1" descr="A blue background with white lines&#10;&#10;AI-generated content may be incorrect.">
            <a:extLst>
              <a:ext uri="{FF2B5EF4-FFF2-40B4-BE49-F238E27FC236}">
                <a16:creationId xmlns:a16="http://schemas.microsoft.com/office/drawing/2014/main" id="{7ECB49E8-9C70-FB1B-D5DE-5210AF77634B}"/>
              </a:ext>
            </a:extLst>
          </p:cNvPr>
          <p:cNvPicPr>
            <a:picLocks noChangeAspect="1"/>
          </p:cNvPicPr>
          <p:nvPr userDrawn="1"/>
        </p:nvPicPr>
        <p:blipFill>
          <a:blip r:embed="rId4" cstate="screen">
            <a:extLst>
              <a:ext uri="{28A0092B-C50C-407E-A947-70E740481C1C}">
                <a14:useLocalDpi xmlns:a14="http://schemas.microsoft.com/office/drawing/2010/main"/>
              </a:ext>
            </a:extLst>
          </a:blip>
          <a:srcRect r="62743"/>
          <a:stretch>
            <a:fillRect/>
          </a:stretch>
        </p:blipFill>
        <p:spPr>
          <a:xfrm>
            <a:off x="0" y="0"/>
            <a:ext cx="5024754" cy="6858000"/>
          </a:xfrm>
          <a:prstGeom prst="rect">
            <a:avLst/>
          </a:prstGeom>
        </p:spPr>
      </p:pic>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grpSp>
        <p:nvGrpSpPr>
          <p:cNvPr id="28" name="Group 27">
            <a:extLst>
              <a:ext uri="{FF2B5EF4-FFF2-40B4-BE49-F238E27FC236}">
                <a16:creationId xmlns:a16="http://schemas.microsoft.com/office/drawing/2014/main" id="{D0679488-6B2C-46A6-6CEE-05AC0F9DC4C1}"/>
              </a:ext>
            </a:extLst>
          </p:cNvPr>
          <p:cNvGrpSpPr/>
          <p:nvPr userDrawn="1"/>
        </p:nvGrpSpPr>
        <p:grpSpPr>
          <a:xfrm>
            <a:off x="10134537" y="431800"/>
            <a:ext cx="2057463" cy="463550"/>
            <a:chOff x="10134537" y="431800"/>
            <a:chExt cx="2057463" cy="463550"/>
          </a:xfrm>
        </p:grpSpPr>
        <p:sp>
          <p:nvSpPr>
            <p:cNvPr id="29" name="Rectangle: Rounded Corners 103">
              <a:extLst>
                <a:ext uri="{FF2B5EF4-FFF2-40B4-BE49-F238E27FC236}">
                  <a16:creationId xmlns:a16="http://schemas.microsoft.com/office/drawing/2014/main" id="{26CF5FB4-4BC9-71D6-1F27-544EDC5D5C03}"/>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30" name="TextBox 29">
              <a:extLst>
                <a:ext uri="{FF2B5EF4-FFF2-40B4-BE49-F238E27FC236}">
                  <a16:creationId xmlns:a16="http://schemas.microsoft.com/office/drawing/2014/main" id="{9CEE5B91-3E6D-50D0-05F8-76A5009AD606}"/>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31" name="Straight Connector 30">
              <a:extLst>
                <a:ext uri="{FF2B5EF4-FFF2-40B4-BE49-F238E27FC236}">
                  <a16:creationId xmlns:a16="http://schemas.microsoft.com/office/drawing/2014/main" id="{0777F567-1507-DA1C-FED0-15C19E5BD441}"/>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2" name="Graphic 31">
              <a:extLst>
                <a:ext uri="{FF2B5EF4-FFF2-40B4-BE49-F238E27FC236}">
                  <a16:creationId xmlns:a16="http://schemas.microsoft.com/office/drawing/2014/main" id="{F046F467-1026-D3E3-F071-9AD18E08B325}"/>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4505961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5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r="49331"/>
          <a:stretch>
            <a:fillRect/>
          </a:stretch>
        </p:blipFill>
        <p:spPr>
          <a:xfrm>
            <a:off x="0" y="0"/>
            <a:ext cx="6095996" cy="6858000"/>
          </a:xfrm>
          <a:prstGeom prst="rect">
            <a:avLst/>
          </a:prstGeom>
        </p:spPr>
      </p:pic>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1003200" y="431800"/>
            <a:ext cx="2692501" cy="533400"/>
          </a:xfrm>
        </p:spPr>
        <p:txBody>
          <a:bodyPr/>
          <a:lstStyle>
            <a:lvl1pPr>
              <a:defRPr>
                <a:solidFill>
                  <a:schemeClr val="bg1"/>
                </a:solidFill>
              </a:defRPr>
            </a:lvl1pPr>
          </a:lstStyle>
          <a:p>
            <a:r>
              <a:rPr lang="en-US"/>
              <a:t>Click to edit Master title style</a:t>
            </a:r>
            <a:endParaRPr lang="en-GB"/>
          </a:p>
        </p:txBody>
      </p:sp>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grpSp>
        <p:nvGrpSpPr>
          <p:cNvPr id="19" name="Group 18">
            <a:extLst>
              <a:ext uri="{FF2B5EF4-FFF2-40B4-BE49-F238E27FC236}">
                <a16:creationId xmlns:a16="http://schemas.microsoft.com/office/drawing/2014/main" id="{E39DD777-3C45-FC2E-4557-FBB743DE57C4}"/>
              </a:ext>
            </a:extLst>
          </p:cNvPr>
          <p:cNvGrpSpPr/>
          <p:nvPr userDrawn="1"/>
        </p:nvGrpSpPr>
        <p:grpSpPr>
          <a:xfrm>
            <a:off x="10134537" y="431800"/>
            <a:ext cx="2057463" cy="463550"/>
            <a:chOff x="10134537" y="431800"/>
            <a:chExt cx="2057463" cy="463550"/>
          </a:xfrm>
        </p:grpSpPr>
        <p:sp>
          <p:nvSpPr>
            <p:cNvPr id="20" name="Rectangle: Rounded Corners 103">
              <a:extLst>
                <a:ext uri="{FF2B5EF4-FFF2-40B4-BE49-F238E27FC236}">
                  <a16:creationId xmlns:a16="http://schemas.microsoft.com/office/drawing/2014/main" id="{AEE0DCA9-93FD-C28A-DD70-F34AE12846E7}"/>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21" name="TextBox 20">
              <a:extLst>
                <a:ext uri="{FF2B5EF4-FFF2-40B4-BE49-F238E27FC236}">
                  <a16:creationId xmlns:a16="http://schemas.microsoft.com/office/drawing/2014/main" id="{7E563B1C-41B6-529E-4C9C-DF9ED1305C42}"/>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34FCFCC5-CCE1-F430-F60A-D0038A39FB3A}"/>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5D70AE22-AA95-C446-F1F3-F884AFF9C4B4}"/>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44099005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9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 r="68128"/>
          <a:stretch>
            <a:fillRect/>
          </a:stretch>
        </p:blipFill>
        <p:spPr>
          <a:xfrm>
            <a:off x="0" y="0"/>
            <a:ext cx="3834577" cy="6858000"/>
          </a:xfrm>
          <a:prstGeom prst="rect">
            <a:avLst/>
          </a:prstGeom>
        </p:spPr>
      </p:pic>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1003200" y="431800"/>
            <a:ext cx="2692501" cy="533400"/>
          </a:xfrm>
        </p:spPr>
        <p:txBody>
          <a:bodyPr/>
          <a:lstStyle>
            <a:lvl1pPr>
              <a:defRPr>
                <a:solidFill>
                  <a:schemeClr val="bg1"/>
                </a:solidFill>
              </a:defRPr>
            </a:lvl1pPr>
          </a:lstStyle>
          <a:p>
            <a:r>
              <a:rPr lang="en-US"/>
              <a:t>Click to edit Master title style</a:t>
            </a:r>
            <a:endParaRPr lang="en-GB"/>
          </a:p>
        </p:txBody>
      </p:sp>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p>
        </p:txBody>
      </p:sp>
      <p:grpSp>
        <p:nvGrpSpPr>
          <p:cNvPr id="19" name="Group 18">
            <a:extLst>
              <a:ext uri="{FF2B5EF4-FFF2-40B4-BE49-F238E27FC236}">
                <a16:creationId xmlns:a16="http://schemas.microsoft.com/office/drawing/2014/main" id="{E39DD777-3C45-FC2E-4557-FBB743DE57C4}"/>
              </a:ext>
            </a:extLst>
          </p:cNvPr>
          <p:cNvGrpSpPr/>
          <p:nvPr userDrawn="1"/>
        </p:nvGrpSpPr>
        <p:grpSpPr>
          <a:xfrm>
            <a:off x="10134537" y="431800"/>
            <a:ext cx="2057463" cy="463550"/>
            <a:chOff x="10134537" y="431800"/>
            <a:chExt cx="2057463" cy="463550"/>
          </a:xfrm>
        </p:grpSpPr>
        <p:sp>
          <p:nvSpPr>
            <p:cNvPr id="20" name="Rectangle: Rounded Corners 103">
              <a:extLst>
                <a:ext uri="{FF2B5EF4-FFF2-40B4-BE49-F238E27FC236}">
                  <a16:creationId xmlns:a16="http://schemas.microsoft.com/office/drawing/2014/main" id="{AEE0DCA9-93FD-C28A-DD70-F34AE12846E7}"/>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21" name="TextBox 20">
              <a:extLst>
                <a:ext uri="{FF2B5EF4-FFF2-40B4-BE49-F238E27FC236}">
                  <a16:creationId xmlns:a16="http://schemas.microsoft.com/office/drawing/2014/main" id="{7E563B1C-41B6-529E-4C9C-DF9ED1305C42}"/>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34FCFCC5-CCE1-F430-F60A-D0038A39FB3A}"/>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5D70AE22-AA95-C446-F1F3-F884AFF9C4B4}"/>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75311638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3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r="49332"/>
          <a:stretch>
            <a:fillRect/>
          </a:stretch>
        </p:blipFill>
        <p:spPr>
          <a:xfrm>
            <a:off x="0" y="0"/>
            <a:ext cx="6095996" cy="6858000"/>
          </a:xfrm>
          <a:prstGeom prst="rect">
            <a:avLst/>
          </a:prstGeom>
        </p:spPr>
      </p:pic>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1003200" y="431800"/>
            <a:ext cx="2692501" cy="533400"/>
          </a:xfrm>
        </p:spPr>
        <p:txBody>
          <a:bodyPr/>
          <a:lstStyle>
            <a:lvl1pPr>
              <a:defRPr>
                <a:solidFill>
                  <a:schemeClr val="bg1"/>
                </a:solidFill>
              </a:defRPr>
            </a:lvl1pPr>
          </a:lstStyle>
          <a:p>
            <a:r>
              <a:rPr lang="en-US"/>
              <a:t>Click to edit Master title style</a:t>
            </a:r>
            <a:endParaRPr lang="en-GB"/>
          </a:p>
        </p:txBody>
      </p:sp>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grpSp>
        <p:nvGrpSpPr>
          <p:cNvPr id="19" name="Group 18">
            <a:extLst>
              <a:ext uri="{FF2B5EF4-FFF2-40B4-BE49-F238E27FC236}">
                <a16:creationId xmlns:a16="http://schemas.microsoft.com/office/drawing/2014/main" id="{E39DD777-3C45-FC2E-4557-FBB743DE57C4}"/>
              </a:ext>
            </a:extLst>
          </p:cNvPr>
          <p:cNvGrpSpPr/>
          <p:nvPr userDrawn="1"/>
        </p:nvGrpSpPr>
        <p:grpSpPr>
          <a:xfrm>
            <a:off x="10134537" y="431800"/>
            <a:ext cx="2057463" cy="463550"/>
            <a:chOff x="10134537" y="431800"/>
            <a:chExt cx="2057463" cy="463550"/>
          </a:xfrm>
        </p:grpSpPr>
        <p:sp>
          <p:nvSpPr>
            <p:cNvPr id="20" name="Rectangle: Rounded Corners 103">
              <a:extLst>
                <a:ext uri="{FF2B5EF4-FFF2-40B4-BE49-F238E27FC236}">
                  <a16:creationId xmlns:a16="http://schemas.microsoft.com/office/drawing/2014/main" id="{AEE0DCA9-93FD-C28A-DD70-F34AE12846E7}"/>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21" name="TextBox 20">
              <a:extLst>
                <a:ext uri="{FF2B5EF4-FFF2-40B4-BE49-F238E27FC236}">
                  <a16:creationId xmlns:a16="http://schemas.microsoft.com/office/drawing/2014/main" id="{7E563B1C-41B6-529E-4C9C-DF9ED1305C42}"/>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34FCFCC5-CCE1-F430-F60A-D0038A39FB3A}"/>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5D70AE22-AA95-C446-F1F3-F884AFF9C4B4}"/>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6182754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6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r="34" b="1354"/>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solidFill>
              <a:latin typeface="+mn-lt"/>
              <a:ea typeface="+mn-ea"/>
              <a:cs typeface="+mn-cs"/>
            </a:endParaRPr>
          </a:p>
        </p:txBody>
      </p:sp>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1" name="TextBox 20">
            <a:extLst>
              <a:ext uri="{FF2B5EF4-FFF2-40B4-BE49-F238E27FC236}">
                <a16:creationId xmlns:a16="http://schemas.microsoft.com/office/drawing/2014/main" id="{EB44BEA1-712D-0258-8EAE-E41AD13692F8}"/>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1C364D89-D1EC-7313-EA56-53DEC16C4108}"/>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18114C85-C67F-A3C8-0D24-150F6F78390C}"/>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421952107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7_Title Only">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3B830EB4-941B-E942-1AE3-52950708234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18" y="0"/>
            <a:ext cx="12171164" cy="6858000"/>
          </a:xfrm>
          <a:prstGeom prst="rect">
            <a:avLst/>
          </a:prstGeom>
        </p:spPr>
      </p:pic>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solidFill>
              <a:latin typeface="+mn-lt"/>
              <a:ea typeface="+mn-ea"/>
              <a:cs typeface="+mn-cs"/>
            </a:endParaRPr>
          </a:p>
        </p:txBody>
      </p:sp>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1" name="TextBox 20">
            <a:extLst>
              <a:ext uri="{FF2B5EF4-FFF2-40B4-BE49-F238E27FC236}">
                <a16:creationId xmlns:a16="http://schemas.microsoft.com/office/drawing/2014/main" id="{EB44BEA1-712D-0258-8EAE-E41AD13692F8}"/>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1C364D89-D1EC-7313-EA56-53DEC16C4108}"/>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18114C85-C67F-A3C8-0D24-150F6F78390C}"/>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
        <p:nvSpPr>
          <p:cNvPr id="11" name="Estrella: 4 puntas 10">
            <a:extLst>
              <a:ext uri="{FF2B5EF4-FFF2-40B4-BE49-F238E27FC236}">
                <a16:creationId xmlns:a16="http://schemas.microsoft.com/office/drawing/2014/main" id="{6DEC54BE-198B-AB5B-304E-0A559C66E826}"/>
              </a:ext>
            </a:extLst>
          </p:cNvPr>
          <p:cNvSpPr/>
          <p:nvPr userDrawn="1"/>
        </p:nvSpPr>
        <p:spPr>
          <a:xfrm>
            <a:off x="11423387" y="6058938"/>
            <a:ext cx="534319" cy="600783"/>
          </a:xfrm>
          <a:prstGeom prst="star4">
            <a:avLst>
              <a:gd name="adj" fmla="val 24902"/>
            </a:avLst>
          </a:prstGeom>
          <a:solidFill>
            <a:srgbClr val="1864E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s-ES" sz="1500" err="1">
              <a:solidFill>
                <a:schemeClr val="bg1"/>
              </a:solidFill>
            </a:endParaRPr>
          </a:p>
        </p:txBody>
      </p:sp>
    </p:spTree>
    <p:extLst>
      <p:ext uri="{BB962C8B-B14F-4D97-AF65-F5344CB8AC3E}">
        <p14:creationId xmlns:p14="http://schemas.microsoft.com/office/powerpoint/2010/main" val="213899458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2_Title Only">
    <p:bg>
      <p:bgPr>
        <a:gradFill>
          <a:gsLst>
            <a:gs pos="0">
              <a:schemeClr val="tx2"/>
            </a:gs>
            <a:gs pos="100000">
              <a:schemeClr val="accent1"/>
            </a:gs>
          </a:gsLst>
          <a:lin ang="21594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58896954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1_Title Only">
    <p:bg>
      <p:bgPr>
        <a:gradFill flip="none" rotWithShape="1">
          <a:gsLst>
            <a:gs pos="40000">
              <a:schemeClr val="accent3"/>
            </a:gs>
            <a:gs pos="100000">
              <a:schemeClr val="accent1"/>
            </a:gs>
          </a:gsLst>
          <a:lin ang="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6662473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6_Title Only">
    <p:bg>
      <p:bgPr>
        <a:gradFill flip="none" rotWithShape="1">
          <a:gsLst>
            <a:gs pos="40000">
              <a:schemeClr val="accent3"/>
            </a:gs>
            <a:gs pos="100000">
              <a:schemeClr val="accent1"/>
            </a:gs>
          </a:gsLst>
          <a:lin ang="54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7753564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5_Title Only">
    <p:bg>
      <p:bgPr>
        <a:gradFill flip="none" rotWithShape="1">
          <a:gsLst>
            <a:gs pos="40000">
              <a:schemeClr val="accent3"/>
            </a:gs>
            <a:gs pos="100000">
              <a:schemeClr val="accent1"/>
            </a:gs>
          </a:gsLst>
          <a:lin ang="108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5891505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3" name="Rectangle 2">
            <a:extLst>
              <a:ext uri="{FF2B5EF4-FFF2-40B4-BE49-F238E27FC236}">
                <a16:creationId xmlns:a16="http://schemas.microsoft.com/office/drawing/2014/main" id="{CC01B6E3-8EC7-9F63-35C1-9401688D5797}"/>
              </a:ext>
            </a:extLst>
          </p:cNvPr>
          <p:cNvSpPr/>
          <p:nvPr userDrawn="1"/>
        </p:nvSpPr>
        <p:spPr>
          <a:xfrm>
            <a:off x="7965649" y="0"/>
            <a:ext cx="4226351" cy="6858000"/>
          </a:xfrm>
          <a:prstGeom prst="rect">
            <a:avLst/>
          </a:prstGeom>
          <a:gradFill>
            <a:gsLst>
              <a:gs pos="100000">
                <a:schemeClr val="accent2"/>
              </a:gs>
              <a:gs pos="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IN" sz="1500" err="1">
              <a:solidFill>
                <a:schemeClr val="bg1"/>
              </a:solidFill>
            </a:endParaRPr>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E82AEBE6-9110-F242-C7B5-15CE1BE37AD2}"/>
              </a:ext>
            </a:extLst>
          </p:cNvPr>
          <p:cNvGrpSpPr/>
          <p:nvPr userDrawn="1"/>
        </p:nvGrpSpPr>
        <p:grpSpPr>
          <a:xfrm>
            <a:off x="10262377" y="498475"/>
            <a:ext cx="1929623" cy="356658"/>
            <a:chOff x="10262377" y="498475"/>
            <a:chExt cx="1929623" cy="356658"/>
          </a:xfrm>
        </p:grpSpPr>
        <p:sp>
          <p:nvSpPr>
            <p:cNvPr id="18" name="TextBox 17">
              <a:extLst>
                <a:ext uri="{FF2B5EF4-FFF2-40B4-BE49-F238E27FC236}">
                  <a16:creationId xmlns:a16="http://schemas.microsoft.com/office/drawing/2014/main" id="{18DD7B5D-6829-E31F-55B2-A0930D405BA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9" name="Straight Connector 18">
              <a:extLst>
                <a:ext uri="{FF2B5EF4-FFF2-40B4-BE49-F238E27FC236}">
                  <a16:creationId xmlns:a16="http://schemas.microsoft.com/office/drawing/2014/main" id="{A8FCE313-385C-58A7-F245-244A1B46176C}"/>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B1A44438-4A88-490B-0DD3-F89E8319700F}"/>
                </a:ext>
              </a:extLst>
            </p:cNvPr>
            <p:cNvPicPr>
              <a:picLocks noChangeAspect="1"/>
            </p:cNvPicPr>
            <p:nvPr userDrawn="1"/>
          </p:nvPicPr>
          <p:blipFill>
            <a:blip>
              <a:extLst>
                <a:ext uri="{96DAC541-7B7A-43D3-8B79-37D633B846F1}">
                  <asvg:svgBlip xmlns:asvg="http://schemas.microsoft.com/office/drawing/2016/SVG/main" r:embed="rId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92186782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3" name="Rectangle 2">
            <a:extLst>
              <a:ext uri="{FF2B5EF4-FFF2-40B4-BE49-F238E27FC236}">
                <a16:creationId xmlns:a16="http://schemas.microsoft.com/office/drawing/2014/main" id="{CC01B6E3-8EC7-9F63-35C1-9401688D5797}"/>
              </a:ext>
            </a:extLst>
          </p:cNvPr>
          <p:cNvSpPr/>
          <p:nvPr userDrawn="1"/>
        </p:nvSpPr>
        <p:spPr>
          <a:xfrm>
            <a:off x="7965649" y="0"/>
            <a:ext cx="4226351" cy="6858000"/>
          </a:xfrm>
          <a:prstGeom prst="rect">
            <a:avLst/>
          </a:prstGeom>
          <a:gradFill>
            <a:gsLst>
              <a:gs pos="20000">
                <a:schemeClr val="accent3"/>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IN" sz="1500" err="1">
              <a:solidFill>
                <a:schemeClr val="bg1"/>
              </a:solidFill>
            </a:endParaRPr>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E82AEBE6-9110-F242-C7B5-15CE1BE37AD2}"/>
              </a:ext>
            </a:extLst>
          </p:cNvPr>
          <p:cNvGrpSpPr/>
          <p:nvPr userDrawn="1"/>
        </p:nvGrpSpPr>
        <p:grpSpPr>
          <a:xfrm>
            <a:off x="10262377" y="498475"/>
            <a:ext cx="1929623" cy="356658"/>
            <a:chOff x="10262377" y="498475"/>
            <a:chExt cx="1929623" cy="356658"/>
          </a:xfrm>
        </p:grpSpPr>
        <p:sp>
          <p:nvSpPr>
            <p:cNvPr id="18" name="TextBox 17">
              <a:extLst>
                <a:ext uri="{FF2B5EF4-FFF2-40B4-BE49-F238E27FC236}">
                  <a16:creationId xmlns:a16="http://schemas.microsoft.com/office/drawing/2014/main" id="{18DD7B5D-6829-E31F-55B2-A0930D405BA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9" name="Straight Connector 18">
              <a:extLst>
                <a:ext uri="{FF2B5EF4-FFF2-40B4-BE49-F238E27FC236}">
                  <a16:creationId xmlns:a16="http://schemas.microsoft.com/office/drawing/2014/main" id="{A8FCE313-385C-58A7-F245-244A1B46176C}"/>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B1A44438-4A88-490B-0DD3-F89E8319700F}"/>
                </a:ext>
              </a:extLst>
            </p:cNvPr>
            <p:cNvPicPr>
              <a:picLocks noChangeAspect="1"/>
            </p:cNvPicPr>
            <p:nvPr userDrawn="1"/>
          </p:nvPicPr>
          <p:blipFill>
            <a:blip>
              <a:extLst>
                <a:ext uri="{96DAC541-7B7A-43D3-8B79-37D633B846F1}">
                  <asvg:svgBlip xmlns:asvg="http://schemas.microsoft.com/office/drawing/2016/SVG/main" r:embed="rId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379187753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3A365D5-E103-47DF-D10E-57F7EF3A6FFB}"/>
              </a:ext>
            </a:extLst>
          </p:cNvPr>
          <p:cNvPicPr>
            <a:picLocks noChangeAspect="1"/>
          </p:cNvPicPr>
          <p:nvPr userDrawn="1"/>
        </p:nvPicPr>
        <p:blipFill>
          <a:blip r:embed="rId3" cstate="screen">
            <a:extLst>
              <a:ext uri="{28A0092B-C50C-407E-A947-70E740481C1C}">
                <a14:useLocalDpi xmlns:a14="http://schemas.microsoft.com/office/drawing/2010/main"/>
              </a:ext>
            </a:extLst>
          </a:blip>
          <a:srcRect l="65313" r="34" b="1354"/>
          <a:stretch>
            <a:fillRect/>
          </a:stretch>
        </p:blipFill>
        <p:spPr>
          <a:xfrm>
            <a:off x="7965649" y="0"/>
            <a:ext cx="4226351" cy="6858000"/>
          </a:xfrm>
          <a:prstGeom prst="rect">
            <a:avLst/>
          </a:prstGeom>
        </p:spPr>
      </p:pic>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8E80975C-BBF8-A70C-EC1F-737E88F605D1}"/>
              </a:ext>
            </a:extLst>
          </p:cNvPr>
          <p:cNvGrpSpPr/>
          <p:nvPr userDrawn="1"/>
        </p:nvGrpSpPr>
        <p:grpSpPr>
          <a:xfrm>
            <a:off x="10262377" y="498475"/>
            <a:ext cx="1929623" cy="356658"/>
            <a:chOff x="10262377" y="498475"/>
            <a:chExt cx="1929623" cy="356658"/>
          </a:xfrm>
        </p:grpSpPr>
        <p:sp>
          <p:nvSpPr>
            <p:cNvPr id="23" name="TextBox 22">
              <a:extLst>
                <a:ext uri="{FF2B5EF4-FFF2-40B4-BE49-F238E27FC236}">
                  <a16:creationId xmlns:a16="http://schemas.microsoft.com/office/drawing/2014/main" id="{78E0B9D0-C657-DC19-8AC3-0E8C97DC617D}"/>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4" name="Straight Connector 23">
              <a:extLst>
                <a:ext uri="{FF2B5EF4-FFF2-40B4-BE49-F238E27FC236}">
                  <a16:creationId xmlns:a16="http://schemas.microsoft.com/office/drawing/2014/main" id="{76C7694F-53FA-AB09-F252-D9921AD9A7D0}"/>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8C6A982B-1E85-797E-BB99-FDAFD12088AE}"/>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1841082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526E01B-2E1D-4DCB-E9F7-14D5AF7C0C4E}"/>
              </a:ext>
            </a:extLst>
          </p:cNvPr>
          <p:cNvSpPr/>
          <p:nvPr userDrawn="1"/>
        </p:nvSpPr>
        <p:spPr>
          <a:xfrm>
            <a:off x="8741667" y="0"/>
            <a:ext cx="3450334" cy="6858000"/>
          </a:xfrm>
          <a:prstGeom prst="rect">
            <a:avLst/>
          </a:prstGeom>
          <a:gradFill>
            <a:gsLst>
              <a:gs pos="0">
                <a:schemeClr val="tx2"/>
              </a:gs>
              <a:gs pos="100000">
                <a:schemeClr val="accent1"/>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CL" sz="1500" err="1">
              <a:solidFill>
                <a:schemeClr val="bg1"/>
              </a:solidFill>
            </a:endParaRP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091B88C7-7DB2-B662-FCA0-92727B5F0701}"/>
              </a:ext>
            </a:extLst>
          </p:cNvPr>
          <p:cNvGrpSpPr/>
          <p:nvPr userDrawn="1"/>
        </p:nvGrpSpPr>
        <p:grpSpPr>
          <a:xfrm>
            <a:off x="10262377" y="498475"/>
            <a:ext cx="1929623" cy="356658"/>
            <a:chOff x="10262377" y="498475"/>
            <a:chExt cx="1929623" cy="356658"/>
          </a:xfrm>
        </p:grpSpPr>
        <p:sp>
          <p:nvSpPr>
            <p:cNvPr id="23" name="TextBox 22">
              <a:extLst>
                <a:ext uri="{FF2B5EF4-FFF2-40B4-BE49-F238E27FC236}">
                  <a16:creationId xmlns:a16="http://schemas.microsoft.com/office/drawing/2014/main" id="{768DD44A-6F01-DA9F-882C-C7221361076F}"/>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4" name="Straight Connector 23">
              <a:extLst>
                <a:ext uri="{FF2B5EF4-FFF2-40B4-BE49-F238E27FC236}">
                  <a16:creationId xmlns:a16="http://schemas.microsoft.com/office/drawing/2014/main" id="{3D8580C5-F367-31CC-7EBD-607CE6CBA5F1}"/>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E8977F8C-9F0B-ECB6-D5D1-4F4D719C06FF}"/>
                </a:ext>
              </a:extLst>
            </p:cNvPr>
            <p:cNvPicPr>
              <a:picLocks noChangeAspect="1"/>
            </p:cNvPicPr>
            <p:nvPr userDrawn="1"/>
          </p:nvPicPr>
          <p:blipFill>
            <a:blip>
              <a:extLst>
                <a:ext uri="{96DAC541-7B7A-43D3-8B79-37D633B846F1}">
                  <asvg:svgBlip xmlns:asvg="http://schemas.microsoft.com/office/drawing/2016/SVG/main" r:embed="rId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78292509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1_Title Only - Dark BG colour">
    <p:bg>
      <p:bgPr>
        <a:solidFill>
          <a:srgbClr val="76D2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tx2"/>
                </a:solidFill>
                <a:latin typeface="+mn-lt"/>
                <a:ea typeface="Arial"/>
                <a:cs typeface="Arial" panose="020B0604020202020204" pitchFamily="34" charset="0"/>
              </a:rPr>
              <a:pPr algn="r"/>
              <a:t>‹#›</a:t>
            </a:fld>
            <a:endParaRPr lang="en-GB" sz="1000">
              <a:solidFill>
                <a:schemeClr val="tx2"/>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cxnSp>
        <p:nvCxnSpPr>
          <p:cNvPr id="8" name="Straight Connector 7">
            <a:extLst>
              <a:ext uri="{FF2B5EF4-FFF2-40B4-BE49-F238E27FC236}">
                <a16:creationId xmlns:a16="http://schemas.microsoft.com/office/drawing/2014/main" id="{156A5C29-C797-4C37-9F34-9C206DC1B64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Graphic 8">
            <a:extLst>
              <a:ext uri="{FF2B5EF4-FFF2-40B4-BE49-F238E27FC236}">
                <a16:creationId xmlns:a16="http://schemas.microsoft.com/office/drawing/2014/main" id="{147A601A-3AE8-4889-A026-9740E00CCFB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0" name="TextBox 9">
            <a:extLst>
              <a:ext uri="{FF2B5EF4-FFF2-40B4-BE49-F238E27FC236}">
                <a16:creationId xmlns:a16="http://schemas.microsoft.com/office/drawing/2014/main" id="{B339DC52-BE5A-4DB1-A59B-9DD871F00820}"/>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spTree>
    <p:extLst>
      <p:ext uri="{BB962C8B-B14F-4D97-AF65-F5344CB8AC3E}">
        <p14:creationId xmlns:p14="http://schemas.microsoft.com/office/powerpoint/2010/main" val="208397922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userDrawn="1">
  <p:cSld name="2_Title Only - Dark BG colour">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8" name="Straight Connector 7">
            <a:extLst>
              <a:ext uri="{FF2B5EF4-FFF2-40B4-BE49-F238E27FC236}">
                <a16:creationId xmlns:a16="http://schemas.microsoft.com/office/drawing/2014/main" id="{156A5C29-C797-4C37-9F34-9C206DC1B64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raphic 8">
            <a:extLst>
              <a:ext uri="{FF2B5EF4-FFF2-40B4-BE49-F238E27FC236}">
                <a16:creationId xmlns:a16="http://schemas.microsoft.com/office/drawing/2014/main" id="{147A601A-3AE8-4889-A026-9740E00CCFB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0" name="TextBox 9">
            <a:extLst>
              <a:ext uri="{FF2B5EF4-FFF2-40B4-BE49-F238E27FC236}">
                <a16:creationId xmlns:a16="http://schemas.microsoft.com/office/drawing/2014/main" id="{B339DC52-BE5A-4DB1-A59B-9DD871F00820}"/>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23" name="Group 22">
            <a:extLst>
              <a:ext uri="{FF2B5EF4-FFF2-40B4-BE49-F238E27FC236}">
                <a16:creationId xmlns:a16="http://schemas.microsoft.com/office/drawing/2014/main" id="{DD8BF721-9E19-DE92-D64F-6FAE39381E36}"/>
              </a:ext>
            </a:extLst>
          </p:cNvPr>
          <p:cNvGrpSpPr/>
          <p:nvPr userDrawn="1"/>
        </p:nvGrpSpPr>
        <p:grpSpPr>
          <a:xfrm>
            <a:off x="10262377" y="498475"/>
            <a:ext cx="1929623" cy="356658"/>
            <a:chOff x="10262377" y="498475"/>
            <a:chExt cx="1929623" cy="356658"/>
          </a:xfrm>
        </p:grpSpPr>
        <p:sp>
          <p:nvSpPr>
            <p:cNvPr id="20" name="TextBox 19">
              <a:extLst>
                <a:ext uri="{FF2B5EF4-FFF2-40B4-BE49-F238E27FC236}">
                  <a16:creationId xmlns:a16="http://schemas.microsoft.com/office/drawing/2014/main" id="{BF8A32EA-960D-25A7-9054-2DA066C20F1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1" name="Straight Connector 20">
              <a:extLst>
                <a:ext uri="{FF2B5EF4-FFF2-40B4-BE49-F238E27FC236}">
                  <a16:creationId xmlns:a16="http://schemas.microsoft.com/office/drawing/2014/main" id="{CF64B997-F408-D08C-5A37-56D428720855}"/>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2" name="Graphic 21">
              <a:extLst>
                <a:ext uri="{FF2B5EF4-FFF2-40B4-BE49-F238E27FC236}">
                  <a16:creationId xmlns:a16="http://schemas.microsoft.com/office/drawing/2014/main" id="{E2C36B07-3B8E-1291-1317-7812A3EB1FA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395249201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3_DIVIDER 1">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chemeClr val="accent3"/>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259F6ED-0229-E365-394F-A665B7DC097C}"/>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7" name="Group 6">
            <a:extLst>
              <a:ext uri="{FF2B5EF4-FFF2-40B4-BE49-F238E27FC236}">
                <a16:creationId xmlns:a16="http://schemas.microsoft.com/office/drawing/2014/main" id="{4D02B96E-C06F-D091-254A-A3E41BCB0F37}"/>
              </a:ext>
            </a:extLst>
          </p:cNvPr>
          <p:cNvGrpSpPr/>
          <p:nvPr userDrawn="1"/>
        </p:nvGrpSpPr>
        <p:grpSpPr>
          <a:xfrm>
            <a:off x="10262377" y="498475"/>
            <a:ext cx="1929623" cy="356658"/>
            <a:chOff x="10262377" y="498475"/>
            <a:chExt cx="1929623" cy="356658"/>
          </a:xfrm>
        </p:grpSpPr>
        <p:sp>
          <p:nvSpPr>
            <p:cNvPr id="9" name="TextBox 8">
              <a:extLst>
                <a:ext uri="{FF2B5EF4-FFF2-40B4-BE49-F238E27FC236}">
                  <a16:creationId xmlns:a16="http://schemas.microsoft.com/office/drawing/2014/main" id="{F8F03B7A-7774-A8FB-514A-5374EFC1C5E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0" name="Straight Connector 9">
              <a:extLst>
                <a:ext uri="{FF2B5EF4-FFF2-40B4-BE49-F238E27FC236}">
                  <a16:creationId xmlns:a16="http://schemas.microsoft.com/office/drawing/2014/main" id="{8AA2A8BF-38B8-3825-898B-15D806451C44}"/>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EB2335E2-8DE6-B3FD-824F-1990E99E30C3}"/>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381868240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5_DIVIDER 1">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D7834C-5C82-9568-2F2B-67FD8C6D07B7}"/>
              </a:ext>
            </a:extLst>
          </p:cNvPr>
          <p:cNvPicPr>
            <a:picLocks noChangeAspect="1"/>
          </p:cNvPicPr>
          <p:nvPr userDrawn="1"/>
        </p:nvPicPr>
        <p:blipFill>
          <a:blip r:embed="rId4" cstate="screen">
            <a:extLst>
              <a:ext uri="{28A0092B-C50C-407E-A947-70E740481C1C}">
                <a14:useLocalDpi xmlns:a14="http://schemas.microsoft.com/office/drawing/2010/main"/>
              </a:ext>
            </a:extLst>
          </a:blip>
          <a:srcRect r="34" b="1354"/>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chemeClr val="accent3"/>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B1D42F2-7AD0-78F6-D907-7A368ED11E5A}"/>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7" name="Group 6">
            <a:extLst>
              <a:ext uri="{FF2B5EF4-FFF2-40B4-BE49-F238E27FC236}">
                <a16:creationId xmlns:a16="http://schemas.microsoft.com/office/drawing/2014/main" id="{22EDBA4B-19A1-5918-079C-845AF68AD8D0}"/>
              </a:ext>
            </a:extLst>
          </p:cNvPr>
          <p:cNvGrpSpPr/>
          <p:nvPr userDrawn="1"/>
        </p:nvGrpSpPr>
        <p:grpSpPr>
          <a:xfrm>
            <a:off x="10262377" y="498475"/>
            <a:ext cx="1929623" cy="356658"/>
            <a:chOff x="10262377" y="498475"/>
            <a:chExt cx="1929623" cy="356658"/>
          </a:xfrm>
        </p:grpSpPr>
        <p:sp>
          <p:nvSpPr>
            <p:cNvPr id="10" name="TextBox 9">
              <a:extLst>
                <a:ext uri="{FF2B5EF4-FFF2-40B4-BE49-F238E27FC236}">
                  <a16:creationId xmlns:a16="http://schemas.microsoft.com/office/drawing/2014/main" id="{E347D0DC-3C93-289F-42D2-2B18E78A34FC}"/>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2" name="Straight Connector 11">
              <a:extLst>
                <a:ext uri="{FF2B5EF4-FFF2-40B4-BE49-F238E27FC236}">
                  <a16:creationId xmlns:a16="http://schemas.microsoft.com/office/drawing/2014/main" id="{6FBB6BAB-92C2-8B49-8F2B-9A80B59934A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4E33EB67-3A08-7B49-F6D4-D17489D115E3}"/>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65938645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7_DIVIDER 1">
    <p:bg>
      <p:bgPr>
        <a:solidFill>
          <a:schemeClr val="accent3"/>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rgbClr val="ACEAFF"/>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259F6ED-0229-E365-394F-A665B7DC097C}"/>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7" name="Group 6">
            <a:extLst>
              <a:ext uri="{FF2B5EF4-FFF2-40B4-BE49-F238E27FC236}">
                <a16:creationId xmlns:a16="http://schemas.microsoft.com/office/drawing/2014/main" id="{4D02B96E-C06F-D091-254A-A3E41BCB0F37}"/>
              </a:ext>
            </a:extLst>
          </p:cNvPr>
          <p:cNvGrpSpPr/>
          <p:nvPr userDrawn="1"/>
        </p:nvGrpSpPr>
        <p:grpSpPr>
          <a:xfrm>
            <a:off x="10262377" y="498475"/>
            <a:ext cx="1929623" cy="356658"/>
            <a:chOff x="10262377" y="498475"/>
            <a:chExt cx="1929623" cy="356658"/>
          </a:xfrm>
        </p:grpSpPr>
        <p:sp>
          <p:nvSpPr>
            <p:cNvPr id="9" name="TextBox 8">
              <a:extLst>
                <a:ext uri="{FF2B5EF4-FFF2-40B4-BE49-F238E27FC236}">
                  <a16:creationId xmlns:a16="http://schemas.microsoft.com/office/drawing/2014/main" id="{F8F03B7A-7774-A8FB-514A-5374EFC1C5E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0" name="Straight Connector 9">
              <a:extLst>
                <a:ext uri="{FF2B5EF4-FFF2-40B4-BE49-F238E27FC236}">
                  <a16:creationId xmlns:a16="http://schemas.microsoft.com/office/drawing/2014/main" id="{8AA2A8BF-38B8-3825-898B-15D806451C44}"/>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EB2335E2-8DE6-B3FD-824F-1990E99E30C3}"/>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01906979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6_DIVIDER 1">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D7834C-5C82-9568-2F2B-67FD8C6D07B7}"/>
              </a:ext>
            </a:extLst>
          </p:cNvPr>
          <p:cNvPicPr>
            <a:picLocks noChangeAspect="1"/>
          </p:cNvPicPr>
          <p:nvPr userDrawn="1"/>
        </p:nvPicPr>
        <p:blipFill>
          <a:blip r:embed="rId4" cstate="screen">
            <a:extLst>
              <a:ext uri="{28A0092B-C50C-407E-A947-70E740481C1C}">
                <a14:useLocalDpi xmlns:a14="http://schemas.microsoft.com/office/drawing/2010/main"/>
              </a:ext>
            </a:extLst>
          </a:blip>
          <a:srcRect t="660" b="660"/>
          <a:stretch/>
        </p:blipFill>
        <p:spPr>
          <a:xfrm>
            <a:off x="0" y="0"/>
            <a:ext cx="12192000" cy="6858000"/>
          </a:xfrm>
          <a:prstGeom prst="rect">
            <a:avLst/>
          </a:prstGeom>
        </p:spPr>
      </p:pic>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chemeClr val="bg1"/>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B1D42F2-7AD0-78F6-D907-7A368ED11E5A}"/>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7" name="Group 6">
            <a:extLst>
              <a:ext uri="{FF2B5EF4-FFF2-40B4-BE49-F238E27FC236}">
                <a16:creationId xmlns:a16="http://schemas.microsoft.com/office/drawing/2014/main" id="{22EDBA4B-19A1-5918-079C-845AF68AD8D0}"/>
              </a:ext>
            </a:extLst>
          </p:cNvPr>
          <p:cNvGrpSpPr/>
          <p:nvPr userDrawn="1"/>
        </p:nvGrpSpPr>
        <p:grpSpPr>
          <a:xfrm>
            <a:off x="10262377" y="498475"/>
            <a:ext cx="1929623" cy="356658"/>
            <a:chOff x="10262377" y="498475"/>
            <a:chExt cx="1929623" cy="356658"/>
          </a:xfrm>
        </p:grpSpPr>
        <p:sp>
          <p:nvSpPr>
            <p:cNvPr id="10" name="TextBox 9">
              <a:extLst>
                <a:ext uri="{FF2B5EF4-FFF2-40B4-BE49-F238E27FC236}">
                  <a16:creationId xmlns:a16="http://schemas.microsoft.com/office/drawing/2014/main" id="{E347D0DC-3C93-289F-42D2-2B18E78A34FC}"/>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2" name="Straight Connector 11">
              <a:extLst>
                <a:ext uri="{FF2B5EF4-FFF2-40B4-BE49-F238E27FC236}">
                  <a16:creationId xmlns:a16="http://schemas.microsoft.com/office/drawing/2014/main" id="{6FBB6BAB-92C2-8B49-8F2B-9A80B59934A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4E33EB67-3A08-7B49-F6D4-D17489D115E3}"/>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04723599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_DIVIDER 1">
    <p:bg>
      <p:bgPr>
        <a:gradFill>
          <a:gsLst>
            <a:gs pos="0">
              <a:schemeClr val="tx2"/>
            </a:gs>
            <a:gs pos="100000">
              <a:schemeClr val="accent1"/>
            </a:gs>
          </a:gsLst>
          <a:lin ang="21594000" scaled="0"/>
        </a:gra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1978262"/>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982756"/>
            <a:ext cx="5103813" cy="5386090"/>
          </a:xfrm>
        </p:spPr>
        <p:txBody>
          <a:bodyPr wrap="square" anchor="b">
            <a:spAutoFit/>
          </a:bodyPr>
          <a:lstStyle>
            <a:lvl1pPr algn="r">
              <a:lnSpc>
                <a:spcPct val="70000"/>
              </a:lnSpc>
              <a:spcAft>
                <a:spcPts val="0"/>
              </a:spcAft>
              <a:defRPr sz="50000">
                <a:solidFill>
                  <a:srgbClr val="76D2FF"/>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081431"/>
            <a:ext cx="6264275" cy="1008063"/>
          </a:xfrm>
        </p:spPr>
        <p:txBody>
          <a:bodyPr/>
          <a:lstStyle>
            <a:lvl1pPr>
              <a:lnSpc>
                <a:spcPct val="70000"/>
              </a:lnSpc>
              <a:defRPr sz="8800">
                <a:solidFill>
                  <a:srgbClr val="76D2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8F46D32-54C1-F640-CB0F-6878775B39D3}"/>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7" name="Group 6">
            <a:extLst>
              <a:ext uri="{FF2B5EF4-FFF2-40B4-BE49-F238E27FC236}">
                <a16:creationId xmlns:a16="http://schemas.microsoft.com/office/drawing/2014/main" id="{8070DA5A-5079-0A9B-5A47-93C3A1845860}"/>
              </a:ext>
            </a:extLst>
          </p:cNvPr>
          <p:cNvGrpSpPr/>
          <p:nvPr userDrawn="1"/>
        </p:nvGrpSpPr>
        <p:grpSpPr>
          <a:xfrm>
            <a:off x="10262377" y="498475"/>
            <a:ext cx="1929623" cy="356658"/>
            <a:chOff x="10262377" y="498475"/>
            <a:chExt cx="1929623" cy="356658"/>
          </a:xfrm>
        </p:grpSpPr>
        <p:sp>
          <p:nvSpPr>
            <p:cNvPr id="9" name="TextBox 8">
              <a:extLst>
                <a:ext uri="{FF2B5EF4-FFF2-40B4-BE49-F238E27FC236}">
                  <a16:creationId xmlns:a16="http://schemas.microsoft.com/office/drawing/2014/main" id="{F609C502-1F35-77EF-A825-06620156FBEF}"/>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0" name="Straight Connector 9">
              <a:extLst>
                <a:ext uri="{FF2B5EF4-FFF2-40B4-BE49-F238E27FC236}">
                  <a16:creationId xmlns:a16="http://schemas.microsoft.com/office/drawing/2014/main" id="{5DDB47CD-B1A9-FE07-4951-1E006D119F3D}"/>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6D47FA2B-1D75-F250-C9FB-448886FB765E}"/>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365161909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_Back Cover dark Gradient">
    <p:bg>
      <p:bgPr>
        <a:gradFill>
          <a:gsLst>
            <a:gs pos="100000">
              <a:schemeClr val="accent1"/>
            </a:gs>
            <a:gs pos="0">
              <a:schemeClr val="tx2"/>
            </a:gs>
          </a:gsLst>
          <a:lin ang="0" scaled="0"/>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70D886-9EBD-16DB-7B04-05CF984A9AB0}"/>
              </a:ext>
            </a:extLst>
          </p:cNvPr>
          <p:cNvPicPr>
            <a:picLocks noChangeAspect="1"/>
          </p:cNvPicPr>
          <p:nvPr userDrawn="1"/>
        </p:nvPicPr>
        <p:blipFill>
          <a:blip r:embed="rId2" cstate="screen">
            <a:extLst>
              <a:ext uri="{28A0092B-C50C-407E-A947-70E740481C1C}">
                <a14:useLocalDpi xmlns:a14="http://schemas.microsoft.com/office/drawing/2010/main"/>
              </a:ext>
            </a:extLst>
          </a:blip>
          <a:srcRect r="34" b="1354"/>
          <a:stretch>
            <a:fillRect/>
          </a:stretch>
        </p:blipFill>
        <p:spPr>
          <a:xfrm>
            <a:off x="0" y="0"/>
            <a:ext cx="12192000" cy="6858000"/>
          </a:xfrm>
          <a:prstGeom prst="rect">
            <a:avLst/>
          </a:prstGeom>
        </p:spPr>
      </p:pic>
      <p:pic>
        <p:nvPicPr>
          <p:cNvPr id="18" name="Graphic 17">
            <a:extLst>
              <a:ext uri="{FF2B5EF4-FFF2-40B4-BE49-F238E27FC236}">
                <a16:creationId xmlns:a16="http://schemas.microsoft.com/office/drawing/2014/main" id="{935A1578-15A7-4FE7-8BC2-3ADC725A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TextBox 15">
            <a:extLst>
              <a:ext uri="{FF2B5EF4-FFF2-40B4-BE49-F238E27FC236}">
                <a16:creationId xmlns:a16="http://schemas.microsoft.com/office/drawing/2014/main" id="{04C2CA56-BD0D-3340-A194-A5965BC60FB6}"/>
              </a:ext>
            </a:extLst>
          </p:cNvPr>
          <p:cNvSpPr txBox="1"/>
          <p:nvPr userDrawn="1"/>
        </p:nvSpPr>
        <p:spPr>
          <a:xfrm>
            <a:off x="989998" y="3646823"/>
            <a:ext cx="2225744" cy="184666"/>
          </a:xfrm>
          <a:prstGeom prst="rect">
            <a:avLst/>
          </a:prstGeom>
          <a:noFill/>
        </p:spPr>
        <p:txBody>
          <a:bodyPr wrap="square" lIns="0" tIns="0" rIns="0" bIns="0" rtlCol="0">
            <a:spAutoFit/>
          </a:bodyPr>
          <a:lstStyle/>
          <a:p>
            <a:pPr marL="0" marR="0" lvl="1" indent="0" algn="l" defTabSz="844083" rtl="0" eaLnBrk="1" fontAlgn="auto" latinLnBrk="0" hangingPunct="1">
              <a:lnSpc>
                <a:spcPct val="100000"/>
              </a:lnSpc>
              <a:spcBef>
                <a:spcPts val="0"/>
              </a:spcBef>
              <a:spcAft>
                <a:spcPts val="554"/>
              </a:spcAft>
              <a:buClrTx/>
              <a:buSzTx/>
              <a:buFontTx/>
              <a:buNone/>
              <a:tabLst/>
              <a:defRPr/>
            </a:pPr>
            <a:r>
              <a:rPr kumimoji="0" lang="en-GB" sz="1200" b="1" i="0" u="none" strike="noStrike" kern="1200" cap="none" spc="0" normalizeH="0" baseline="0" noProof="0">
                <a:ln>
                  <a:noFill/>
                </a:ln>
                <a:solidFill>
                  <a:schemeClr val="bg1"/>
                </a:solidFill>
                <a:effectLst/>
                <a:uLnTx/>
                <a:uFillTx/>
                <a:latin typeface="Arial"/>
                <a:ea typeface="+mn-ea"/>
                <a:cs typeface="+mn-cs"/>
              </a:rPr>
              <a:t>kpmg.com</a:t>
            </a:r>
          </a:p>
        </p:txBody>
      </p:sp>
      <p:sp>
        <p:nvSpPr>
          <p:cNvPr id="4" name="Rectangle 19">
            <a:hlinkClick r:id="rId4"/>
            <a:extLst>
              <a:ext uri="{FF2B5EF4-FFF2-40B4-BE49-F238E27FC236}">
                <a16:creationId xmlns:a16="http://schemas.microsoft.com/office/drawing/2014/main" id="{B857BAAB-2B0C-BB1A-8D21-816335F4CC0A}"/>
              </a:ext>
            </a:extLst>
          </p:cNvPr>
          <p:cNvSpPr/>
          <p:nvPr userDrawn="1"/>
        </p:nvSpPr>
        <p:spPr>
          <a:xfrm>
            <a:off x="978453" y="3670531"/>
            <a:ext cx="845316" cy="1609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0" name="Content Placeholder 1">
            <a:extLst>
              <a:ext uri="{FF2B5EF4-FFF2-40B4-BE49-F238E27FC236}">
                <a16:creationId xmlns:a16="http://schemas.microsoft.com/office/drawing/2014/main" id="{4DE391DA-1ACF-70C8-587B-1C0B43E5451E}"/>
              </a:ext>
            </a:extLst>
          </p:cNvPr>
          <p:cNvSpPr txBox="1">
            <a:spLocks/>
          </p:cNvSpPr>
          <p:nvPr userDrawn="1"/>
        </p:nvSpPr>
        <p:spPr>
          <a:xfrm>
            <a:off x="989997" y="4473073"/>
            <a:ext cx="9156269" cy="1600127"/>
          </a:xfrm>
          <a:prstGeom prst="rect">
            <a:avLst/>
          </a:prstGeom>
        </p:spPr>
        <p:txBody>
          <a:bodyPr lIns="0" tIns="0" rIns="0" bIns="0"/>
          <a:lstStyle>
            <a:lvl1pPr eaLnBrk="1" hangingPunct="1">
              <a:spcAft>
                <a:spcPts val="600"/>
              </a:spcAft>
              <a:defRPr sz="1500" b="1" i="0">
                <a:solidFill>
                  <a:schemeClr val="tx2"/>
                </a:solidFill>
                <a:latin typeface="Arial" panose="020B0603020202020204" pitchFamily="34" charset="0"/>
                <a:cs typeface="Arial" panose="020B0603020202020204" pitchFamily="34" charset="0"/>
              </a:defRPr>
            </a:lvl1pPr>
            <a:lvl2pPr marL="0" indent="0" eaLnBrk="1" hangingPunct="1">
              <a:spcAft>
                <a:spcPts val="600"/>
              </a:spcAft>
              <a:buFontTx/>
              <a:buNone/>
              <a:defRPr sz="1500" b="0" i="0">
                <a:solidFill>
                  <a:schemeClr val="tx2"/>
                </a:solidFill>
                <a:latin typeface="Arial" panose="020B0403020202020204" pitchFamily="34" charset="0"/>
                <a:cs typeface="Arial" panose="020B0403020202020204" pitchFamily="34" charset="0"/>
              </a:defRPr>
            </a:lvl2pPr>
            <a:lvl3pPr marL="285750" indent="-285750" eaLnBrk="1" hangingPunct="1">
              <a:spcAft>
                <a:spcPts val="600"/>
              </a:spcAft>
              <a:buClrTx/>
              <a:buFont typeface="Arial"/>
              <a:buChar char="—"/>
              <a:defRPr sz="1500" b="0" i="0">
                <a:solidFill>
                  <a:schemeClr val="tx2"/>
                </a:solidFill>
                <a:latin typeface="Arial" panose="020B0403020202020204" pitchFamily="34" charset="0"/>
                <a:cs typeface="Arial" panose="020B0403020202020204" pitchFamily="34" charset="0"/>
              </a:defRPr>
            </a:lvl3pPr>
            <a:lvl4pPr marL="571500" indent="-228600" eaLnBrk="1" hangingPunct="1">
              <a:spcAft>
                <a:spcPts val="600"/>
              </a:spcAft>
              <a:buFont typeface="Arial"/>
              <a:buChar char="-"/>
              <a:defRPr sz="1500" b="0" i="0" baseline="0">
                <a:solidFill>
                  <a:schemeClr val="tx2"/>
                </a:solidFill>
                <a:latin typeface="Arial" panose="020B0403020202020204" pitchFamily="34" charset="0"/>
                <a:cs typeface="Arial" panose="020B0403020202020204" pitchFamily="34" charset="0"/>
              </a:defRPr>
            </a:lvl4pPr>
            <a:lvl5pPr eaLnBrk="1" hangingPunct="1">
              <a:spcAft>
                <a:spcPts val="600"/>
              </a:spcAft>
              <a:defRPr sz="1500" b="0" i="0">
                <a:solidFill>
                  <a:schemeClr val="accent5"/>
                </a:solidFill>
                <a:latin typeface="Arial" panose="020B0403020202020204" pitchFamily="34" charset="0"/>
                <a:cs typeface="Arial" panose="020B0403020202020204" pitchFamily="34" charset="0"/>
              </a:defRPr>
            </a:lvl5pPr>
          </a:lstStyle>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The information contained herein is of a general nature and is not intended to address the circumstances of any particular individual or entity. Although we </a:t>
            </a:r>
            <a:r>
              <a:rPr kumimoji="0" lang="en-US" altLang="en-US" sz="1000" b="0" i="0" u="none" strike="noStrike" kern="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endeavour</a:t>
            </a: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marL="0" marR="0" lvl="1" indent="0" algn="l" defTabSz="831281" rtl="0" eaLnBrk="1" fontAlgn="auto" latinLnBrk="0" hangingPunct="1">
              <a:lnSpc>
                <a:spcPct val="100000"/>
              </a:lnSpc>
              <a:spcBef>
                <a:spcPts val="0"/>
              </a:spcBef>
              <a:spcAft>
                <a:spcPts val="600"/>
              </a:spcAft>
              <a:buClrTx/>
              <a:buSzTx/>
              <a:buFontTx/>
              <a:buNone/>
              <a:tabLst/>
              <a:defRPr/>
            </a:pPr>
            <a:r>
              <a:rPr kumimoji="0" lang="es-E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2026 KPMG, S.A., sociedad anónima española y firma miembro de la organización global de KPMG de firmas miembro independientes afiliadas a KPMG International Limited, sociedad inglesa limitada por garantía. Todos los derechos reservados.</a:t>
            </a:r>
          </a:p>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KPMG refers to the global organization or to one or more of the member firms of KPMG International Limited (“KPMG International”), each of which is a separate legal entity. KPMG International Limited is a private English company limited by guarantee and does not provide services to clients. For more detail about our structure please visit </a:t>
            </a: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hlinkClick r:id="rId5">
                  <a:extLst>
                    <a:ext uri="{A12FA001-AC4F-418D-AE19-62706E023703}">
                      <ahyp:hlinkClr xmlns:ahyp="http://schemas.microsoft.com/office/drawing/2018/hyperlinkcolor" val="tx"/>
                    </a:ext>
                  </a:extLst>
                </a:hlinkClick>
              </a:rPr>
              <a:t>kpmg.com/governance</a:t>
            </a: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a:t>
            </a:r>
          </a:p>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The KPMG name and logo are trademarks used under license by the independent member firms of the KPMG global organization.</a:t>
            </a:r>
          </a:p>
        </p:txBody>
      </p:sp>
      <p:sp>
        <p:nvSpPr>
          <p:cNvPr id="11" name="Content Placeholder 1">
            <a:extLst>
              <a:ext uri="{FF2B5EF4-FFF2-40B4-BE49-F238E27FC236}">
                <a16:creationId xmlns:a16="http://schemas.microsoft.com/office/drawing/2014/main" id="{F717DDCE-D1D4-0432-F07F-F351F89794DD}"/>
              </a:ext>
            </a:extLst>
          </p:cNvPr>
          <p:cNvSpPr txBox="1">
            <a:spLocks/>
          </p:cNvSpPr>
          <p:nvPr userDrawn="1"/>
        </p:nvSpPr>
        <p:spPr>
          <a:xfrm>
            <a:off x="989997" y="2851709"/>
            <a:ext cx="9156269" cy="285878"/>
          </a:xfrm>
          <a:prstGeom prst="rect">
            <a:avLst/>
          </a:prstGeom>
        </p:spPr>
        <p:txBody>
          <a:bodyPr lIns="0" tIns="0" rIns="0" bIns="0"/>
          <a:lstStyle>
            <a:lvl1pPr eaLnBrk="1" hangingPunct="1">
              <a:spcAft>
                <a:spcPts val="600"/>
              </a:spcAft>
              <a:defRPr sz="1500" b="1" i="0">
                <a:solidFill>
                  <a:schemeClr val="tx2"/>
                </a:solidFill>
                <a:latin typeface="Arial" panose="020B0603020202020204" pitchFamily="34" charset="0"/>
                <a:cs typeface="Arial" panose="020B0603020202020204" pitchFamily="34" charset="0"/>
              </a:defRPr>
            </a:lvl1pPr>
            <a:lvl2pPr marL="0" indent="0" eaLnBrk="1" hangingPunct="1">
              <a:spcAft>
                <a:spcPts val="600"/>
              </a:spcAft>
              <a:buFontTx/>
              <a:buNone/>
              <a:defRPr sz="1500" b="0" i="0">
                <a:solidFill>
                  <a:schemeClr val="tx2"/>
                </a:solidFill>
                <a:latin typeface="Arial" panose="020B0403020202020204" pitchFamily="34" charset="0"/>
                <a:cs typeface="Arial" panose="020B0403020202020204" pitchFamily="34" charset="0"/>
              </a:defRPr>
            </a:lvl2pPr>
            <a:lvl3pPr marL="285750" indent="-285750" eaLnBrk="1" hangingPunct="1">
              <a:spcAft>
                <a:spcPts val="600"/>
              </a:spcAft>
              <a:buClrTx/>
              <a:buFont typeface="Arial"/>
              <a:buChar char="—"/>
              <a:defRPr sz="1500" b="0" i="0">
                <a:solidFill>
                  <a:schemeClr val="tx2"/>
                </a:solidFill>
                <a:latin typeface="Arial" panose="020B0403020202020204" pitchFamily="34" charset="0"/>
                <a:cs typeface="Arial" panose="020B0403020202020204" pitchFamily="34" charset="0"/>
              </a:defRPr>
            </a:lvl3pPr>
            <a:lvl4pPr marL="571500" indent="-228600" eaLnBrk="1" hangingPunct="1">
              <a:spcAft>
                <a:spcPts val="600"/>
              </a:spcAft>
              <a:buFont typeface="Arial"/>
              <a:buChar char="-"/>
              <a:defRPr sz="1500" b="0" i="0" baseline="0">
                <a:solidFill>
                  <a:schemeClr val="tx2"/>
                </a:solidFill>
                <a:latin typeface="Arial" panose="020B0403020202020204" pitchFamily="34" charset="0"/>
                <a:cs typeface="Arial" panose="020B0403020202020204" pitchFamily="34" charset="0"/>
              </a:defRPr>
            </a:lvl4pPr>
            <a:lvl5pPr eaLnBrk="1" hangingPunct="1">
              <a:spcAft>
                <a:spcPts val="600"/>
              </a:spcAft>
              <a:defRPr sz="1500" b="0" i="0">
                <a:solidFill>
                  <a:schemeClr val="accent5"/>
                </a:solidFill>
                <a:latin typeface="Arial" panose="020B0403020202020204" pitchFamily="34" charset="0"/>
                <a:cs typeface="Arial" panose="020B0403020202020204" pitchFamily="34" charset="0"/>
              </a:defRPr>
            </a:lvl5pPr>
          </a:lstStyle>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2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Some or all of the services described herein may not be permissible for KPMG audit clients and their affiliates or related entities.</a:t>
            </a:r>
          </a:p>
        </p:txBody>
      </p:sp>
      <p:pic>
        <p:nvPicPr>
          <p:cNvPr id="21" name="Graphic 20">
            <a:extLst>
              <a:ext uri="{FF2B5EF4-FFF2-40B4-BE49-F238E27FC236}">
                <a16:creationId xmlns:a16="http://schemas.microsoft.com/office/drawing/2014/main" id="{C7E3F84B-3ABF-0F58-B395-2C53B6F43AD7}"/>
              </a:ext>
            </a:extLst>
          </p:cNvPr>
          <p:cNvPicPr>
            <a:picLocks noChangeAspect="1"/>
          </p:cNvPicPr>
          <p:nvPr userDrawn="1"/>
        </p:nvPicPr>
        <p:blipFill rotWithShape="1">
          <a:blip>
            <a:extLst>
              <a:ext uri="{28A0092B-C50C-407E-A947-70E740481C1C}">
                <a14:useLocalDpi xmlns:a14="http://schemas.microsoft.com/office/drawing/2010/main"/>
              </a:ext>
              <a:ext uri="{96DAC541-7B7A-43D3-8B79-37D633B846F1}">
                <asvg:svgBlip xmlns:asvg="http://schemas.microsoft.com/office/drawing/2016/SVG/main" r:embed="rId6"/>
              </a:ext>
            </a:extLst>
          </a:blip>
          <a:srcRect l="70775" r="13902"/>
          <a:stretch/>
        </p:blipFill>
        <p:spPr>
          <a:xfrm>
            <a:off x="2769339" y="3937056"/>
            <a:ext cx="477521" cy="404205"/>
          </a:xfrm>
          <a:prstGeom prst="rect">
            <a:avLst/>
          </a:prstGeom>
        </p:spPr>
      </p:pic>
      <p:pic>
        <p:nvPicPr>
          <p:cNvPr id="22" name="Graphic 21">
            <a:extLst>
              <a:ext uri="{FF2B5EF4-FFF2-40B4-BE49-F238E27FC236}">
                <a16:creationId xmlns:a16="http://schemas.microsoft.com/office/drawing/2014/main" id="{BABC8629-1455-C8FC-38D1-67B8A3702567}"/>
              </a:ext>
            </a:extLst>
          </p:cNvPr>
          <p:cNvPicPr>
            <a:picLocks noChangeAspect="1"/>
          </p:cNvPicPr>
          <p:nvPr userDrawn="1"/>
        </p:nvPicPr>
        <p:blipFill rotWithShape="1">
          <a:blip>
            <a:extLst>
              <a:ext uri="{28A0092B-C50C-407E-A947-70E740481C1C}">
                <a14:useLocalDpi xmlns:a14="http://schemas.microsoft.com/office/drawing/2010/main"/>
              </a:ext>
              <a:ext uri="{96DAC541-7B7A-43D3-8B79-37D633B846F1}">
                <asvg:svgBlip xmlns:asvg="http://schemas.microsoft.com/office/drawing/2016/SVG/main" r:embed="rId6"/>
              </a:ext>
            </a:extLst>
          </a:blip>
          <a:srcRect l="28576" r="28648"/>
          <a:stretch/>
        </p:blipFill>
        <p:spPr>
          <a:xfrm>
            <a:off x="988271" y="3937056"/>
            <a:ext cx="1333024" cy="404205"/>
          </a:xfrm>
          <a:prstGeom prst="rect">
            <a:avLst/>
          </a:prstGeom>
        </p:spPr>
      </p:pic>
      <p:sp>
        <p:nvSpPr>
          <p:cNvPr id="23" name="Rectangle 22">
            <a:hlinkClick r:id="rId7"/>
            <a:extLst>
              <a:ext uri="{FF2B5EF4-FFF2-40B4-BE49-F238E27FC236}">
                <a16:creationId xmlns:a16="http://schemas.microsoft.com/office/drawing/2014/main" id="{822A58BF-FC33-5C9F-FA32-5808354EE72B}"/>
              </a:ext>
            </a:extLst>
          </p:cNvPr>
          <p:cNvSpPr/>
          <p:nvPr userDrawn="1"/>
        </p:nvSpPr>
        <p:spPr>
          <a:xfrm>
            <a:off x="1012569" y="3954943"/>
            <a:ext cx="373216"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4" name="Rectangle 23">
            <a:hlinkClick r:id="rId8"/>
            <a:extLst>
              <a:ext uri="{FF2B5EF4-FFF2-40B4-BE49-F238E27FC236}">
                <a16:creationId xmlns:a16="http://schemas.microsoft.com/office/drawing/2014/main" id="{02E6D8FA-4570-97F6-9F69-F273AD9AA340}"/>
              </a:ext>
            </a:extLst>
          </p:cNvPr>
          <p:cNvSpPr/>
          <p:nvPr userDrawn="1"/>
        </p:nvSpPr>
        <p:spPr>
          <a:xfrm>
            <a:off x="1445956" y="3954943"/>
            <a:ext cx="373216"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5" name="Rectangle 24">
            <a:hlinkClick r:id="rId9"/>
            <a:extLst>
              <a:ext uri="{FF2B5EF4-FFF2-40B4-BE49-F238E27FC236}">
                <a16:creationId xmlns:a16="http://schemas.microsoft.com/office/drawing/2014/main" id="{E8988838-4BF8-9ACA-35D1-2E193099A511}"/>
              </a:ext>
            </a:extLst>
          </p:cNvPr>
          <p:cNvSpPr/>
          <p:nvPr userDrawn="1"/>
        </p:nvSpPr>
        <p:spPr>
          <a:xfrm>
            <a:off x="1884106" y="3954943"/>
            <a:ext cx="382742"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6" name="Rectangle 25">
            <a:hlinkClick r:id="rId10"/>
            <a:extLst>
              <a:ext uri="{FF2B5EF4-FFF2-40B4-BE49-F238E27FC236}">
                <a16:creationId xmlns:a16="http://schemas.microsoft.com/office/drawing/2014/main" id="{0EA39AC9-4671-7968-02E3-FA411F248218}"/>
              </a:ext>
            </a:extLst>
          </p:cNvPr>
          <p:cNvSpPr/>
          <p:nvPr userDrawn="1"/>
        </p:nvSpPr>
        <p:spPr>
          <a:xfrm>
            <a:off x="2818654" y="3937056"/>
            <a:ext cx="397088"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7" name="Rectangle 26">
            <a:hlinkClick r:id="rId11"/>
            <a:extLst>
              <a:ext uri="{FF2B5EF4-FFF2-40B4-BE49-F238E27FC236}">
                <a16:creationId xmlns:a16="http://schemas.microsoft.com/office/drawing/2014/main" id="{5750D574-A152-2F3D-251F-ED1E0DA74ED9}"/>
              </a:ext>
            </a:extLst>
          </p:cNvPr>
          <p:cNvSpPr/>
          <p:nvPr userDrawn="1"/>
        </p:nvSpPr>
        <p:spPr>
          <a:xfrm>
            <a:off x="2370858" y="3942824"/>
            <a:ext cx="373216"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baseline="-25000">
              <a:solidFill>
                <a:schemeClr val="bg1"/>
              </a:solidFill>
            </a:endParaRPr>
          </a:p>
        </p:txBody>
      </p:sp>
      <p:pic>
        <p:nvPicPr>
          <p:cNvPr id="28" name="Graphic 27">
            <a:extLst>
              <a:ext uri="{FF2B5EF4-FFF2-40B4-BE49-F238E27FC236}">
                <a16:creationId xmlns:a16="http://schemas.microsoft.com/office/drawing/2014/main" id="{43B44CF8-6DA3-678F-607D-C7351E6C260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2345593" y="3937056"/>
            <a:ext cx="404205" cy="404205"/>
          </a:xfrm>
          <a:prstGeom prst="rect">
            <a:avLst/>
          </a:prstGeom>
        </p:spPr>
      </p:pic>
      <p:grpSp>
        <p:nvGrpSpPr>
          <p:cNvPr id="31" name="Group 30">
            <a:extLst>
              <a:ext uri="{FF2B5EF4-FFF2-40B4-BE49-F238E27FC236}">
                <a16:creationId xmlns:a16="http://schemas.microsoft.com/office/drawing/2014/main" id="{577DB995-FDDA-9B25-24C0-E0E8234B657C}"/>
              </a:ext>
            </a:extLst>
          </p:cNvPr>
          <p:cNvGrpSpPr/>
          <p:nvPr userDrawn="1"/>
        </p:nvGrpSpPr>
        <p:grpSpPr>
          <a:xfrm>
            <a:off x="10262377" y="498475"/>
            <a:ext cx="1929623" cy="356658"/>
            <a:chOff x="10262377" y="498475"/>
            <a:chExt cx="1929623" cy="356658"/>
          </a:xfrm>
        </p:grpSpPr>
        <p:sp>
          <p:nvSpPr>
            <p:cNvPr id="32" name="TextBox 31">
              <a:extLst>
                <a:ext uri="{FF2B5EF4-FFF2-40B4-BE49-F238E27FC236}">
                  <a16:creationId xmlns:a16="http://schemas.microsoft.com/office/drawing/2014/main" id="{6CF1A53B-53BE-0B92-D7A3-18DC63116FC9}"/>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33" name="Straight Connector 32">
              <a:extLst>
                <a:ext uri="{FF2B5EF4-FFF2-40B4-BE49-F238E27FC236}">
                  <a16:creationId xmlns:a16="http://schemas.microsoft.com/office/drawing/2014/main" id="{72EF08FA-3A93-2AD8-E9C6-302419163755}"/>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9977B850-5CA9-47D9-0544-433EADD1ACCC}"/>
                </a:ext>
              </a:extLst>
            </p:cNvPr>
            <p:cNvPicPr>
              <a:picLocks noChangeAspect="1"/>
            </p:cNvPicPr>
            <p:nvPr userDrawn="1"/>
          </p:nvPicPr>
          <p:blipFill>
            <a:blip>
              <a:extLst>
                <a:ext uri="{96DAC541-7B7A-43D3-8B79-37D633B846F1}">
                  <asvg:svgBlip xmlns:asvg="http://schemas.microsoft.com/office/drawing/2016/SVG/main" r:embed="rId1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7500251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 Id="rId34" Type="http://schemas.openxmlformats.org/officeDocument/2006/relationships/tags" Target="../tags/tag2.xml"/><Relationship Id="rId35"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9" Type="http://schemas.openxmlformats.org/officeDocument/2006/relationships/slideLayout" Target="../slideLayouts/slideLayout41.xml"/><Relationship Id="rId10" Type="http://schemas.openxmlformats.org/officeDocument/2006/relationships/slideLayout" Target="../slideLayouts/slideLayout42.xml"/><Relationship Id="rId11" Type="http://schemas.openxmlformats.org/officeDocument/2006/relationships/slideLayout" Target="../slideLayouts/slideLayout43.xml"/><Relationship Id="rId12" Type="http://schemas.openxmlformats.org/officeDocument/2006/relationships/slideLayout" Target="../slideLayouts/slideLayout44.xml"/><Relationship Id="rId13" Type="http://schemas.openxmlformats.org/officeDocument/2006/relationships/slideLayout" Target="../slideLayouts/slideLayout45.xml"/><Relationship Id="rId14" Type="http://schemas.openxmlformats.org/officeDocument/2006/relationships/slideLayout" Target="../slideLayouts/slideLayout46.xml"/><Relationship Id="rId15" Type="http://schemas.openxmlformats.org/officeDocument/2006/relationships/slideLayout" Target="../slideLayouts/slideLayout47.xml"/><Relationship Id="rId16" Type="http://schemas.openxmlformats.org/officeDocument/2006/relationships/slideLayout" Target="../slideLayouts/slideLayout48.xml"/><Relationship Id="rId17" Type="http://schemas.openxmlformats.org/officeDocument/2006/relationships/slideLayout" Target="../slideLayouts/slideLayout49.xml"/><Relationship Id="rId18" Type="http://schemas.openxmlformats.org/officeDocument/2006/relationships/slideLayout" Target="../slideLayouts/slideLayout50.xml"/><Relationship Id="rId19" Type="http://schemas.openxmlformats.org/officeDocument/2006/relationships/slideLayout" Target="../slideLayouts/slideLayout51.xml"/><Relationship Id="rId20" Type="http://schemas.openxmlformats.org/officeDocument/2006/relationships/slideLayout" Target="../slideLayouts/slideLayout52.xml"/><Relationship Id="rId21" Type="http://schemas.openxmlformats.org/officeDocument/2006/relationships/slideLayout" Target="../slideLayouts/slideLayout53.xml"/><Relationship Id="rId22" Type="http://schemas.openxmlformats.org/officeDocument/2006/relationships/slideLayout" Target="../slideLayouts/slideLayout54.xml"/><Relationship Id="rId23" Type="http://schemas.openxmlformats.org/officeDocument/2006/relationships/slideLayout" Target="../slideLayouts/slideLayout55.xml"/><Relationship Id="rId24" Type="http://schemas.openxmlformats.org/officeDocument/2006/relationships/slideLayout" Target="../slideLayouts/slideLayout56.xml"/><Relationship Id="rId25" Type="http://schemas.openxmlformats.org/officeDocument/2006/relationships/slideLayout" Target="../slideLayouts/slideLayout57.xml"/><Relationship Id="rId26" Type="http://schemas.openxmlformats.org/officeDocument/2006/relationships/slideLayout" Target="../slideLayouts/slideLayout58.xml"/><Relationship Id="rId27" Type="http://schemas.openxmlformats.org/officeDocument/2006/relationships/slideLayout" Target="../slideLayouts/slideLayout59.xml"/><Relationship Id="rId28" Type="http://schemas.openxmlformats.org/officeDocument/2006/relationships/slideLayout" Target="../slideLayouts/slideLayout60.xml"/><Relationship Id="rId29" Type="http://schemas.openxmlformats.org/officeDocument/2006/relationships/slideLayout" Target="../slideLayouts/slideLayout61.xml"/><Relationship Id="rId30" Type="http://schemas.openxmlformats.org/officeDocument/2006/relationships/slideLayout" Target="../slideLayouts/slideLayout62.xml"/><Relationship Id="rId31" Type="http://schemas.openxmlformats.org/officeDocument/2006/relationships/slideLayout" Target="../slideLayouts/slideLayout63.xml"/><Relationship Id="rId32" Type="http://schemas.openxmlformats.org/officeDocument/2006/relationships/slideLayout" Target="../slideLayouts/slideLayout64.xml"/><Relationship Id="rId33" Type="http://schemas.openxmlformats.org/officeDocument/2006/relationships/slideLayout" Target="../slideLayouts/slideLayout65.xml"/><Relationship Id="rId34" Type="http://schemas.openxmlformats.org/officeDocument/2006/relationships/slideLayout" Target="../slideLayouts/slideLayout66.xml"/><Relationship Id="rId35" Type="http://schemas.openxmlformats.org/officeDocument/2006/relationships/slideLayout" Target="../slideLayouts/slideLayout67.xml"/><Relationship Id="rId36" Type="http://schemas.openxmlformats.org/officeDocument/2006/relationships/slideLayout" Target="../slideLayouts/slideLayout68.xml"/><Relationship Id="rId37" Type="http://schemas.openxmlformats.org/officeDocument/2006/relationships/theme" Target="../theme/theme2.xml"/><Relationship Id="rId38" Type="http://schemas.openxmlformats.org/officeDocument/2006/relationships/tags" Target="../tags/tag42.xml"/><Relationship Id="rId39" Type="http://schemas.openxmlformats.org/officeDocument/2006/relationships/tags" Target="../tags/tag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Box 24">
            <a:extLst>
              <a:ext uri="{C183D7F6-B498-43B3-948B-1728B52AA6E4}">
                <adec:decorative xmlns:adec="http://schemas.microsoft.com/office/drawing/2017/decorative" val="0"/>
              </a:ext>
            </a:extLst>
          </p:cNvPr>
          <p:cNvSpPr txBox="1"/>
          <p:nvPr userDrawn="1">
            <p:custDataLst>
              <p:tags r:id="rId34"/>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29" name="Shape 8">
            <a:extLs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7" name="Straight Connector 16">
            <a:extLst>
              <a:ext uri="{FF2B5EF4-FFF2-40B4-BE49-F238E27FC236}">
                <a16:creationId xmlns:a16="http://schemas.microsoft.com/office/drawing/2014/main" id="{F024B3B3-3138-44BB-8DDD-6BDCEF24DEDC}"/>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Graphic 8">
            <a:extLst>
              <a:ext uri="{FF2B5EF4-FFF2-40B4-BE49-F238E27FC236}">
                <a16:creationId xmlns:a16="http://schemas.microsoft.com/office/drawing/2014/main" id="{9AC77B96-D96C-4FA2-858B-DEE0A3A7B7B6}"/>
              </a:ext>
              <a:ext uri="{C183D7F6-B498-43B3-948B-1728B52AA6E4}">
                <adec:decorative xmlns:adec="http://schemas.microsoft.com/office/drawing/2017/decorative" val="1"/>
              </a:ext>
            </a:extLst>
          </p:cNvPr>
          <p:cNvSpPr/>
          <p:nvPr/>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8" name="TextBox 7">
            <a:extLst>
              <a:ext uri="{C183D7F6-B498-43B3-948B-1728B52AA6E4}">
                <adec:decorative xmlns:adec="http://schemas.microsoft.com/office/drawing/2017/decorative" val="0"/>
              </a:ext>
            </a:extLst>
          </p:cNvPr>
          <p:cNvSpPr txBox="1"/>
          <p:nvPr userDrawn="1">
            <p:custDataLst>
              <p:tags r:id="rId35"/>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838" r:id="rId1"/>
    <p:sldLayoutId id="2147483958" r:id="rId2"/>
    <p:sldLayoutId id="2147483910" r:id="rId3"/>
    <p:sldLayoutId id="2147483911" r:id="rId4"/>
    <p:sldLayoutId id="2147483912" r:id="rId5"/>
    <p:sldLayoutId id="2147483783" r:id="rId6"/>
    <p:sldLayoutId id="2147483749" r:id="rId7"/>
    <p:sldLayoutId id="2147483666" r:id="rId8"/>
    <p:sldLayoutId id="2147483907" r:id="rId9"/>
    <p:sldLayoutId id="2147483908" r:id="rId10"/>
    <p:sldLayoutId id="2147483916" r:id="rId11"/>
    <p:sldLayoutId id="2147483898" r:id="rId12"/>
    <p:sldLayoutId id="2147483909" r:id="rId13"/>
    <p:sldLayoutId id="2147483902" r:id="rId14"/>
    <p:sldLayoutId id="2147483917" r:id="rId15"/>
    <p:sldLayoutId id="2147483903" r:id="rId16"/>
    <p:sldLayoutId id="2147483897" r:id="rId17"/>
    <p:sldLayoutId id="2147483915" r:id="rId18"/>
    <p:sldLayoutId id="2147483920" r:id="rId19"/>
    <p:sldLayoutId id="2147483919" r:id="rId20"/>
    <p:sldLayoutId id="2147483896" r:id="rId21"/>
    <p:sldLayoutId id="2147483918" r:id="rId22"/>
    <p:sldLayoutId id="2147483906" r:id="rId23"/>
    <p:sldLayoutId id="2147483901" r:id="rId24"/>
    <p:sldLayoutId id="2147483784" r:id="rId25"/>
    <p:sldLayoutId id="2147483895" r:id="rId26"/>
    <p:sldLayoutId id="2147483904" r:id="rId27"/>
    <p:sldLayoutId id="2147483914" r:id="rId28"/>
    <p:sldLayoutId id="2147483913" r:id="rId29"/>
    <p:sldLayoutId id="2147483899" r:id="rId30"/>
    <p:sldLayoutId id="2147483905" r:id="rId31"/>
    <p:sldLayoutId id="2147483959" r:id="rId32"/>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19"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Box 24">
            <a:extLst>
              <a:ext uri="{C183D7F6-B498-43B3-948B-1728B52AA6E4}">
                <adec:decorative xmlns:adec="http://schemas.microsoft.com/office/drawing/2017/decorative" val="0"/>
              </a:ext>
            </a:extLst>
          </p:cNvPr>
          <p:cNvSpPr txBox="1"/>
          <p:nvPr userDrawn="1">
            <p:custDataLst>
              <p:tags r:id="rId38"/>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29" name="Shape 8">
            <a:extLs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7" name="Straight Connector 16">
            <a:extLst>
              <a:ext uri="{FF2B5EF4-FFF2-40B4-BE49-F238E27FC236}">
                <a16:creationId xmlns:a16="http://schemas.microsoft.com/office/drawing/2014/main" id="{F024B3B3-3138-44BB-8DDD-6BDCEF24DEDC}"/>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Graphic 8">
            <a:extLst>
              <a:ext uri="{FF2B5EF4-FFF2-40B4-BE49-F238E27FC236}">
                <a16:creationId xmlns:a16="http://schemas.microsoft.com/office/drawing/2014/main" id="{9AC77B96-D96C-4FA2-858B-DEE0A3A7B7B6}"/>
              </a:ext>
              <a:ext uri="{C183D7F6-B498-43B3-948B-1728B52AA6E4}">
                <adec:decorative xmlns:adec="http://schemas.microsoft.com/office/drawing/2017/decorative" val="1"/>
              </a:ext>
            </a:extLst>
          </p:cNvPr>
          <p:cNvSpPr/>
          <p:nvPr/>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8" name="TextBox 7">
            <a:extLst>
              <a:ext uri="{C183D7F6-B498-43B3-948B-1728B52AA6E4}">
                <adec:decorative xmlns:adec="http://schemas.microsoft.com/office/drawing/2017/decorative" val="0"/>
              </a:ext>
            </a:extLst>
          </p:cNvPr>
          <p:cNvSpPr txBox="1"/>
          <p:nvPr userDrawn="1">
            <p:custDataLst>
              <p:tags r:id="rId39"/>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spTree>
    <p:extLst>
      <p:ext uri="{BB962C8B-B14F-4D97-AF65-F5344CB8AC3E}">
        <p14:creationId xmlns:p14="http://schemas.microsoft.com/office/powerpoint/2010/main" val="876330977"/>
      </p:ext>
    </p:extLst>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 id="2147483934" r:id="rId13"/>
    <p:sldLayoutId id="2147483935" r:id="rId14"/>
    <p:sldLayoutId id="2147483936" r:id="rId15"/>
    <p:sldLayoutId id="2147483937" r:id="rId16"/>
    <p:sldLayoutId id="2147483938" r:id="rId17"/>
    <p:sldLayoutId id="2147483939" r:id="rId18"/>
    <p:sldLayoutId id="2147483940" r:id="rId19"/>
    <p:sldLayoutId id="2147483941" r:id="rId20"/>
    <p:sldLayoutId id="2147483942" r:id="rId21"/>
    <p:sldLayoutId id="2147483943" r:id="rId22"/>
    <p:sldLayoutId id="2147483944" r:id="rId23"/>
    <p:sldLayoutId id="2147483945" r:id="rId24"/>
    <p:sldLayoutId id="2147483946" r:id="rId25"/>
    <p:sldLayoutId id="2147483947" r:id="rId26"/>
    <p:sldLayoutId id="2147483948" r:id="rId27"/>
    <p:sldLayoutId id="2147483949" r:id="rId28"/>
    <p:sldLayoutId id="2147483950" r:id="rId29"/>
    <p:sldLayoutId id="2147483951" r:id="rId30"/>
    <p:sldLayoutId id="2147483952" r:id="rId31"/>
    <p:sldLayoutId id="2147483953" r:id="rId32"/>
    <p:sldLayoutId id="2147483954" r:id="rId33"/>
    <p:sldLayoutId id="2147483955" r:id="rId34"/>
    <p:sldLayoutId id="2147483956" r:id="rId35"/>
    <p:sldLayoutId id="2147483957" r:id="rId36"/>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p15:clr>
            <a:srgbClr val="F26B43"/>
          </p15:clr>
        </p15:guide>
        <p15:guide id="2" pos="619">
          <p15:clr>
            <a:srgbClr val="F26B43"/>
          </p15:clr>
        </p15:guide>
        <p15:guide id="3" pos="7055">
          <p15:clr>
            <a:srgbClr val="F26B43"/>
          </p15:clr>
        </p15:guide>
        <p15:guide id="4" orient="horz" pos="838">
          <p15:clr>
            <a:srgbClr val="F26B43"/>
          </p15:clr>
        </p15:guide>
        <p15:guide id="5" orient="horz" pos="612">
          <p15:clr>
            <a:srgbClr val="F26B43"/>
          </p15:clr>
        </p15:guide>
        <p15:guide id="6" orient="horz" pos="2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i="0">
                <a:solidFill>
                  <a:srgbClr val="00338D"/>
                </a:solidFill>
                <a:latin typeface="Arial"/>
              </a:rPr>
              <a:t>Estado de las iniciativas</a:t>
            </a:r>
          </a:p>
        </p:txBody>
      </p:sp>
      <p:sp>
        <p:nvSpPr>
          <p:cNvPr id="3" name="TextBox 2"/>
          <p:cNvSpPr txBox="1"/>
          <p:nvPr/>
        </p:nvSpPr>
        <p:spPr>
          <a:xfrm>
            <a:off x="548640" y="1234440"/>
            <a:ext cx="1188720" cy="292608"/>
          </a:xfrm>
          <a:prstGeom prst="rect">
            <a:avLst/>
          </a:prstGeom>
          <a:noFill/>
        </p:spPr>
        <p:txBody>
          <a:bodyPr wrap="square" anchor="t" lIns="0" rIns="0" tIns="0" bIns="0">
            <a:spAutoFit/>
          </a:bodyPr>
          <a:lstStyle/>
          <a:p>
            <a:pPr algn="l">
              <a:lnSpc>
                <a:spcPct val="115000"/>
              </a:lnSpc>
            </a:pPr>
            <a:r>
              <a:rPr sz="1050" b="1" i="0">
                <a:solidFill>
                  <a:srgbClr val="3F516B"/>
                </a:solidFill>
                <a:latin typeface="Arial"/>
              </a:rPr>
              <a:t>CÓDIGO</a:t>
            </a:r>
          </a:p>
        </p:txBody>
      </p:sp>
      <p:sp>
        <p:nvSpPr>
          <p:cNvPr id="4" name="TextBox 3"/>
          <p:cNvSpPr txBox="1"/>
          <p:nvPr/>
        </p:nvSpPr>
        <p:spPr>
          <a:xfrm>
            <a:off x="1737360" y="1234440"/>
            <a:ext cx="2377440" cy="292608"/>
          </a:xfrm>
          <a:prstGeom prst="rect">
            <a:avLst/>
          </a:prstGeom>
          <a:noFill/>
        </p:spPr>
        <p:txBody>
          <a:bodyPr wrap="square" anchor="t" lIns="0" rIns="0" tIns="0" bIns="0">
            <a:spAutoFit/>
          </a:bodyPr>
          <a:lstStyle/>
          <a:p>
            <a:pPr algn="l">
              <a:lnSpc>
                <a:spcPct val="115000"/>
              </a:lnSpc>
            </a:pPr>
            <a:r>
              <a:rPr sz="1050" b="1" i="0">
                <a:solidFill>
                  <a:srgbClr val="3F516B"/>
                </a:solidFill>
                <a:latin typeface="Arial"/>
              </a:rPr>
              <a:t>INICIATIVA</a:t>
            </a:r>
          </a:p>
        </p:txBody>
      </p:sp>
      <p:sp>
        <p:nvSpPr>
          <p:cNvPr id="5" name="TextBox 4"/>
          <p:cNvSpPr txBox="1"/>
          <p:nvPr/>
        </p:nvSpPr>
        <p:spPr>
          <a:xfrm>
            <a:off x="4114800" y="1234440"/>
            <a:ext cx="4572000" cy="292608"/>
          </a:xfrm>
          <a:prstGeom prst="rect">
            <a:avLst/>
          </a:prstGeom>
          <a:noFill/>
        </p:spPr>
        <p:txBody>
          <a:bodyPr wrap="square" anchor="t" lIns="0" rIns="0" tIns="0" bIns="0">
            <a:spAutoFit/>
          </a:bodyPr>
          <a:lstStyle/>
          <a:p>
            <a:pPr algn="l">
              <a:lnSpc>
                <a:spcPct val="115000"/>
              </a:lnSpc>
            </a:pPr>
            <a:r>
              <a:rPr sz="1050" b="1" i="0">
                <a:solidFill>
                  <a:srgbClr val="3F516B"/>
                </a:solidFill>
                <a:latin typeface="Arial"/>
              </a:rPr>
              <a:t>DE QUÉ VA</a:t>
            </a:r>
          </a:p>
        </p:txBody>
      </p:sp>
      <p:sp>
        <p:nvSpPr>
          <p:cNvPr id="6" name="TextBox 5"/>
          <p:cNvSpPr txBox="1"/>
          <p:nvPr/>
        </p:nvSpPr>
        <p:spPr>
          <a:xfrm>
            <a:off x="8686800" y="1234440"/>
            <a:ext cx="1691640" cy="292608"/>
          </a:xfrm>
          <a:prstGeom prst="rect">
            <a:avLst/>
          </a:prstGeom>
          <a:noFill/>
        </p:spPr>
        <p:txBody>
          <a:bodyPr wrap="square" anchor="t" lIns="0" rIns="0" tIns="0" bIns="0">
            <a:spAutoFit/>
          </a:bodyPr>
          <a:lstStyle/>
          <a:p>
            <a:pPr algn="l">
              <a:lnSpc>
                <a:spcPct val="115000"/>
              </a:lnSpc>
            </a:pPr>
            <a:r>
              <a:rPr sz="1050" b="1" i="0">
                <a:solidFill>
                  <a:srgbClr val="3F516B"/>
                </a:solidFill>
                <a:latin typeface="Arial"/>
              </a:rPr>
              <a:t>ESTADO</a:t>
            </a:r>
          </a:p>
        </p:txBody>
      </p:sp>
      <p:sp>
        <p:nvSpPr>
          <p:cNvPr id="7" name="TextBox 6"/>
          <p:cNvSpPr txBox="1"/>
          <p:nvPr/>
        </p:nvSpPr>
        <p:spPr>
          <a:xfrm>
            <a:off x="10378440" y="1234440"/>
            <a:ext cx="1261872" cy="292608"/>
          </a:xfrm>
          <a:prstGeom prst="rect">
            <a:avLst/>
          </a:prstGeom>
          <a:noFill/>
        </p:spPr>
        <p:txBody>
          <a:bodyPr wrap="square" anchor="t" lIns="0" rIns="0" tIns="0" bIns="0">
            <a:spAutoFit/>
          </a:bodyPr>
          <a:lstStyle/>
          <a:p>
            <a:pPr algn="l">
              <a:lnSpc>
                <a:spcPct val="115000"/>
              </a:lnSpc>
            </a:pPr>
            <a:r>
              <a:rPr sz="1050" b="1" i="0">
                <a:solidFill>
                  <a:srgbClr val="3F516B"/>
                </a:solidFill>
                <a:latin typeface="Arial"/>
              </a:rPr>
              <a:t>AVANCE</a:t>
            </a:r>
          </a:p>
        </p:txBody>
      </p:sp>
      <p:cxnSp>
        <p:nvCxnSpPr>
          <p:cNvPr id="8" name="Connector 7"/>
          <p:cNvCxnSpPr/>
          <p:nvPr/>
        </p:nvCxnSpPr>
        <p:spPr>
          <a:xfrm>
            <a:off x="548640" y="1581912"/>
            <a:ext cx="11091672" cy="0"/>
          </a:xfrm>
          <a:prstGeom prst="line">
            <a:avLst/>
          </a:prstGeom>
          <a:ln w="15875">
            <a:solidFill>
              <a:srgbClr val="D3DAE8"/>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48640" y="2551176"/>
            <a:ext cx="11091672" cy="0"/>
          </a:xfrm>
          <a:prstGeom prst="line">
            <a:avLst/>
          </a:prstGeom>
          <a:ln w="9525">
            <a:solidFill>
              <a:srgbClr val="D3DAE8"/>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618488"/>
            <a:ext cx="1188720" cy="932688"/>
          </a:xfrm>
          <a:prstGeom prst="rect">
            <a:avLst/>
          </a:prstGeom>
          <a:noFill/>
        </p:spPr>
        <p:txBody>
          <a:bodyPr wrap="square" anchor="ctr" lIns="0" rIns="0" tIns="0" bIns="0">
            <a:spAutoFit/>
          </a:bodyPr>
          <a:lstStyle/>
          <a:p>
            <a:pPr algn="l">
              <a:lnSpc>
                <a:spcPct val="115000"/>
              </a:lnSpc>
            </a:pPr>
            <a:r>
              <a:rPr sz="1400" b="1" i="0">
                <a:solidFill>
                  <a:srgbClr val="00338D"/>
                </a:solidFill>
                <a:latin typeface="Arial"/>
              </a:rPr>
              <a:t>RPR03</a:t>
            </a:r>
          </a:p>
        </p:txBody>
      </p:sp>
      <p:sp>
        <p:nvSpPr>
          <p:cNvPr id="11" name="TextBox 10"/>
          <p:cNvSpPr txBox="1"/>
          <p:nvPr/>
        </p:nvSpPr>
        <p:spPr>
          <a:xfrm>
            <a:off x="1737360" y="1618488"/>
            <a:ext cx="2377440" cy="932688"/>
          </a:xfrm>
          <a:prstGeom prst="rect">
            <a:avLst/>
          </a:prstGeom>
          <a:noFill/>
        </p:spPr>
        <p:txBody>
          <a:bodyPr wrap="square" anchor="ctr" lIns="0" rIns="0" tIns="0" bIns="0">
            <a:spAutoFit/>
          </a:bodyPr>
          <a:lstStyle/>
          <a:p>
            <a:pPr algn="l">
              <a:lnSpc>
                <a:spcPct val="115000"/>
              </a:lnSpc>
            </a:pPr>
            <a:r>
              <a:rPr sz="1200" b="1" i="0">
                <a:solidFill>
                  <a:srgbClr val="0C233C"/>
                </a:solidFill>
                <a:latin typeface="Arial"/>
              </a:rPr>
              <a:t>Recopilación automática de nuevos proyectos</a:t>
            </a:r>
          </a:p>
        </p:txBody>
      </p:sp>
      <p:sp>
        <p:nvSpPr>
          <p:cNvPr id="12" name="TextBox 11"/>
          <p:cNvSpPr txBox="1"/>
          <p:nvPr/>
        </p:nvSpPr>
        <p:spPr>
          <a:xfrm>
            <a:off x="4114800" y="1618488"/>
            <a:ext cx="4572000" cy="932688"/>
          </a:xfrm>
          <a:prstGeom prst="rect">
            <a:avLst/>
          </a:prstGeom>
          <a:noFill/>
        </p:spPr>
        <p:txBody>
          <a:bodyPr wrap="square" anchor="ctr" lIns="0" rIns="0" tIns="0" bIns="0">
            <a:spAutoFit/>
          </a:bodyPr>
          <a:lstStyle/>
          <a:p>
            <a:pPr algn="l">
              <a:lnSpc>
                <a:spcPct val="115000"/>
              </a:lnSpc>
            </a:pPr>
            <a:r>
              <a:rPr sz="1150" b="0" i="0">
                <a:solidFill>
                  <a:srgbClr val="3F516B"/>
                </a:solidFill>
                <a:latin typeface="Arial"/>
              </a:rPr>
              <a:t>Automatiza la captación de convocatorias y ayudas desde fuentes públicas y privadas</a:t>
            </a:r>
          </a:p>
        </p:txBody>
      </p:sp>
      <p:sp>
        <p:nvSpPr>
          <p:cNvPr id="13" name="Rounded Rectangle 12"/>
          <p:cNvSpPr/>
          <p:nvPr/>
        </p:nvSpPr>
        <p:spPr>
          <a:xfrm>
            <a:off x="8686800" y="1920240"/>
            <a:ext cx="1600200" cy="329184"/>
          </a:xfrm>
          <a:prstGeom prst="roundRect">
            <a:avLst>
              <a:gd name="adj" fmla="val 50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i="0">
                <a:solidFill>
                  <a:srgbClr val="FFFFFF"/>
                </a:solidFill>
                <a:latin typeface="Arial"/>
              </a:rPr>
              <a:t>EN RIESGO</a:t>
            </a:r>
          </a:p>
        </p:txBody>
      </p:sp>
      <p:sp>
        <p:nvSpPr>
          <p:cNvPr id="14" name="Rounded Rectangle 13"/>
          <p:cNvSpPr/>
          <p:nvPr/>
        </p:nvSpPr>
        <p:spPr>
          <a:xfrm>
            <a:off x="10378440" y="1944928"/>
            <a:ext cx="914400" cy="128016"/>
          </a:xfrm>
          <a:prstGeom prst="roundRect">
            <a:avLst>
              <a:gd name="adj" fmla="val 50000"/>
            </a:avLst>
          </a:prstGeom>
          <a:solidFill>
            <a:srgbClr val="D3D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378440" y="1944928"/>
            <a:ext cx="585216" cy="128016"/>
          </a:xfrm>
          <a:prstGeom prst="roundRect">
            <a:avLst>
              <a:gd name="adj" fmla="val 50000"/>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78440" y="2109520"/>
            <a:ext cx="1188720" cy="219456"/>
          </a:xfrm>
          <a:prstGeom prst="rect">
            <a:avLst/>
          </a:prstGeom>
          <a:noFill/>
        </p:spPr>
        <p:txBody>
          <a:bodyPr wrap="square" anchor="t" lIns="0" rIns="0" tIns="0" bIns="0">
            <a:spAutoFit/>
          </a:bodyPr>
          <a:lstStyle/>
          <a:p>
            <a:pPr algn="l">
              <a:lnSpc>
                <a:spcPct val="115000"/>
              </a:lnSpc>
            </a:pPr>
            <a:r>
              <a:rPr sz="1100" b="1" i="0">
                <a:solidFill>
                  <a:srgbClr val="0C233C"/>
                </a:solidFill>
                <a:latin typeface="Arial"/>
              </a:rPr>
              <a:t>64 %</a:t>
            </a:r>
          </a:p>
        </p:txBody>
      </p:sp>
      <p:cxnSp>
        <p:nvCxnSpPr>
          <p:cNvPr id="17" name="Connector 16"/>
          <p:cNvCxnSpPr/>
          <p:nvPr/>
        </p:nvCxnSpPr>
        <p:spPr>
          <a:xfrm>
            <a:off x="548640" y="3611880"/>
            <a:ext cx="11091672" cy="0"/>
          </a:xfrm>
          <a:prstGeom prst="line">
            <a:avLst/>
          </a:prstGeom>
          <a:ln w="9525">
            <a:solidFill>
              <a:srgbClr val="D3DAE8"/>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2679192"/>
            <a:ext cx="1188720" cy="932688"/>
          </a:xfrm>
          <a:prstGeom prst="rect">
            <a:avLst/>
          </a:prstGeom>
          <a:noFill/>
        </p:spPr>
        <p:txBody>
          <a:bodyPr wrap="square" anchor="ctr" lIns="0" rIns="0" tIns="0" bIns="0">
            <a:spAutoFit/>
          </a:bodyPr>
          <a:lstStyle/>
          <a:p>
            <a:pPr algn="l">
              <a:lnSpc>
                <a:spcPct val="115000"/>
              </a:lnSpc>
            </a:pPr>
            <a:r>
              <a:rPr sz="1400" b="1" i="0">
                <a:solidFill>
                  <a:srgbClr val="00338D"/>
                </a:solidFill>
                <a:latin typeface="Arial"/>
              </a:rPr>
              <a:t>RPR04</a:t>
            </a:r>
          </a:p>
        </p:txBody>
      </p:sp>
      <p:sp>
        <p:nvSpPr>
          <p:cNvPr id="19" name="TextBox 18"/>
          <p:cNvSpPr txBox="1"/>
          <p:nvPr/>
        </p:nvSpPr>
        <p:spPr>
          <a:xfrm>
            <a:off x="1737360" y="2679192"/>
            <a:ext cx="2377440" cy="932688"/>
          </a:xfrm>
          <a:prstGeom prst="rect">
            <a:avLst/>
          </a:prstGeom>
          <a:noFill/>
        </p:spPr>
        <p:txBody>
          <a:bodyPr wrap="square" anchor="ctr" lIns="0" rIns="0" tIns="0" bIns="0">
            <a:spAutoFit/>
          </a:bodyPr>
          <a:lstStyle/>
          <a:p>
            <a:pPr algn="l">
              <a:lnSpc>
                <a:spcPct val="115000"/>
              </a:lnSpc>
            </a:pPr>
            <a:r>
              <a:rPr sz="1200" b="1" i="0">
                <a:solidFill>
                  <a:srgbClr val="0C233C"/>
                </a:solidFill>
                <a:latin typeface="Arial"/>
              </a:rPr>
              <a:t>Overview económico y administrativo</a:t>
            </a:r>
          </a:p>
        </p:txBody>
      </p:sp>
      <p:sp>
        <p:nvSpPr>
          <p:cNvPr id="20" name="TextBox 19"/>
          <p:cNvSpPr txBox="1"/>
          <p:nvPr/>
        </p:nvSpPr>
        <p:spPr>
          <a:xfrm>
            <a:off x="4114800" y="2679192"/>
            <a:ext cx="4572000" cy="932688"/>
          </a:xfrm>
          <a:prstGeom prst="rect">
            <a:avLst/>
          </a:prstGeom>
          <a:noFill/>
        </p:spPr>
        <p:txBody>
          <a:bodyPr wrap="square" anchor="ctr" lIns="0" rIns="0" tIns="0" bIns="0">
            <a:spAutoFit/>
          </a:bodyPr>
          <a:lstStyle/>
          <a:p>
            <a:pPr algn="l">
              <a:lnSpc>
                <a:spcPct val="115000"/>
              </a:lnSpc>
            </a:pPr>
            <a:r>
              <a:rPr sz="1150" b="0" i="0">
                <a:solidFill>
                  <a:srgbClr val="3F516B"/>
                </a:solidFill>
                <a:latin typeface="Arial"/>
              </a:rPr>
              <a:t>Cuadro de mando económico-administrativo accesible y trazable para los proyectos</a:t>
            </a:r>
          </a:p>
        </p:txBody>
      </p:sp>
      <p:sp>
        <p:nvSpPr>
          <p:cNvPr id="21" name="Rounded Rectangle 20"/>
          <p:cNvSpPr/>
          <p:nvPr/>
        </p:nvSpPr>
        <p:spPr>
          <a:xfrm>
            <a:off x="8686800" y="2980944"/>
            <a:ext cx="1600200" cy="329184"/>
          </a:xfrm>
          <a:prstGeom prst="roundRect">
            <a:avLst>
              <a:gd name="adj" fmla="val 50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i="0">
                <a:solidFill>
                  <a:srgbClr val="FFFFFF"/>
                </a:solidFill>
                <a:latin typeface="Arial"/>
              </a:rPr>
              <a:t>CON DESVIACIÓN</a:t>
            </a:r>
          </a:p>
        </p:txBody>
      </p:sp>
      <p:sp>
        <p:nvSpPr>
          <p:cNvPr id="22" name="Rounded Rectangle 21"/>
          <p:cNvSpPr/>
          <p:nvPr/>
        </p:nvSpPr>
        <p:spPr>
          <a:xfrm>
            <a:off x="10378440" y="3005632"/>
            <a:ext cx="914400" cy="128016"/>
          </a:xfrm>
          <a:prstGeom prst="roundRect">
            <a:avLst>
              <a:gd name="adj" fmla="val 50000"/>
            </a:avLst>
          </a:prstGeom>
          <a:solidFill>
            <a:srgbClr val="D3D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378440" y="3005632"/>
            <a:ext cx="850392" cy="128016"/>
          </a:xfrm>
          <a:prstGeom prst="roundRect">
            <a:avLst>
              <a:gd name="adj" fmla="val 50000"/>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78440" y="3170224"/>
            <a:ext cx="1188720" cy="219456"/>
          </a:xfrm>
          <a:prstGeom prst="rect">
            <a:avLst/>
          </a:prstGeom>
          <a:noFill/>
        </p:spPr>
        <p:txBody>
          <a:bodyPr wrap="square" anchor="t" lIns="0" rIns="0" tIns="0" bIns="0">
            <a:spAutoFit/>
          </a:bodyPr>
          <a:lstStyle/>
          <a:p>
            <a:pPr algn="l">
              <a:lnSpc>
                <a:spcPct val="115000"/>
              </a:lnSpc>
            </a:pPr>
            <a:r>
              <a:rPr sz="1100" b="1" i="0">
                <a:solidFill>
                  <a:srgbClr val="0C233C"/>
                </a:solidFill>
                <a:latin typeface="Arial"/>
              </a:rPr>
              <a:t>93 %</a:t>
            </a:r>
          </a:p>
        </p:txBody>
      </p:sp>
      <p:cxnSp>
        <p:nvCxnSpPr>
          <p:cNvPr id="25" name="Connector 24"/>
          <p:cNvCxnSpPr/>
          <p:nvPr/>
        </p:nvCxnSpPr>
        <p:spPr>
          <a:xfrm>
            <a:off x="548640" y="4672583"/>
            <a:ext cx="11091672" cy="0"/>
          </a:xfrm>
          <a:prstGeom prst="line">
            <a:avLst/>
          </a:prstGeom>
          <a:ln w="9525">
            <a:solidFill>
              <a:srgbClr val="D3DAE8"/>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8640" y="3739896"/>
            <a:ext cx="1188720" cy="932688"/>
          </a:xfrm>
          <a:prstGeom prst="rect">
            <a:avLst/>
          </a:prstGeom>
          <a:noFill/>
        </p:spPr>
        <p:txBody>
          <a:bodyPr wrap="square" anchor="ctr" lIns="0" rIns="0" tIns="0" bIns="0">
            <a:spAutoFit/>
          </a:bodyPr>
          <a:lstStyle/>
          <a:p>
            <a:pPr algn="l">
              <a:lnSpc>
                <a:spcPct val="115000"/>
              </a:lnSpc>
            </a:pPr>
            <a:r>
              <a:rPr sz="1400" b="1" i="0">
                <a:solidFill>
                  <a:srgbClr val="00338D"/>
                </a:solidFill>
                <a:latin typeface="Arial"/>
              </a:rPr>
              <a:t>RG10</a:t>
            </a:r>
          </a:p>
        </p:txBody>
      </p:sp>
      <p:sp>
        <p:nvSpPr>
          <p:cNvPr id="27" name="TextBox 26"/>
          <p:cNvSpPr txBox="1"/>
          <p:nvPr/>
        </p:nvSpPr>
        <p:spPr>
          <a:xfrm>
            <a:off x="1737360" y="3739896"/>
            <a:ext cx="2377440" cy="932688"/>
          </a:xfrm>
          <a:prstGeom prst="rect">
            <a:avLst/>
          </a:prstGeom>
          <a:noFill/>
        </p:spPr>
        <p:txBody>
          <a:bodyPr wrap="square" anchor="ctr" lIns="0" rIns="0" tIns="0" bIns="0">
            <a:spAutoFit/>
          </a:bodyPr>
          <a:lstStyle/>
          <a:p>
            <a:pPr algn="l">
              <a:lnSpc>
                <a:spcPct val="115000"/>
              </a:lnSpc>
            </a:pPr>
            <a:r>
              <a:rPr sz="1200" b="1" i="0">
                <a:solidFill>
                  <a:srgbClr val="0C233C"/>
                </a:solidFill>
                <a:latin typeface="Arial"/>
              </a:rPr>
              <a:t>Optimización y documentación del CRM</a:t>
            </a:r>
          </a:p>
        </p:txBody>
      </p:sp>
      <p:sp>
        <p:nvSpPr>
          <p:cNvPr id="28" name="TextBox 27"/>
          <p:cNvSpPr txBox="1"/>
          <p:nvPr/>
        </p:nvSpPr>
        <p:spPr>
          <a:xfrm>
            <a:off x="4114800" y="3739896"/>
            <a:ext cx="4572000" cy="932688"/>
          </a:xfrm>
          <a:prstGeom prst="rect">
            <a:avLst/>
          </a:prstGeom>
          <a:noFill/>
        </p:spPr>
        <p:txBody>
          <a:bodyPr wrap="square" anchor="ctr" lIns="0" rIns="0" tIns="0" bIns="0">
            <a:spAutoFit/>
          </a:bodyPr>
          <a:lstStyle/>
          <a:p>
            <a:pPr algn="l">
              <a:lnSpc>
                <a:spcPct val="115000"/>
              </a:lnSpc>
            </a:pPr>
            <a:r>
              <a:rPr sz="1150" b="0" i="0">
                <a:solidFill>
                  <a:srgbClr val="3F516B"/>
                </a:solidFill>
                <a:latin typeface="Arial"/>
              </a:rPr>
              <a:t>Mejora el modelo CRM y documenta su uso para el equipo</a:t>
            </a:r>
          </a:p>
        </p:txBody>
      </p:sp>
      <p:sp>
        <p:nvSpPr>
          <p:cNvPr id="29" name="Rounded Rectangle 28"/>
          <p:cNvSpPr/>
          <p:nvPr/>
        </p:nvSpPr>
        <p:spPr>
          <a:xfrm>
            <a:off x="8686800" y="4041648"/>
            <a:ext cx="1600200" cy="329184"/>
          </a:xfrm>
          <a:prstGeom prst="roundRect">
            <a:avLst>
              <a:gd name="adj" fmla="val 50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100" b="1" i="0">
                <a:solidFill>
                  <a:srgbClr val="FFFFFF"/>
                </a:solidFill>
                <a:latin typeface="Arial"/>
              </a:rPr>
              <a:t>CON DESVIACIÓN</a:t>
            </a:r>
          </a:p>
        </p:txBody>
      </p:sp>
      <p:sp>
        <p:nvSpPr>
          <p:cNvPr id="30" name="Rounded Rectangle 29"/>
          <p:cNvSpPr/>
          <p:nvPr/>
        </p:nvSpPr>
        <p:spPr>
          <a:xfrm>
            <a:off x="10378440" y="4066336"/>
            <a:ext cx="914400" cy="128016"/>
          </a:xfrm>
          <a:prstGeom prst="roundRect">
            <a:avLst>
              <a:gd name="adj" fmla="val 50000"/>
            </a:avLst>
          </a:prstGeom>
          <a:solidFill>
            <a:srgbClr val="D3D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378440" y="4066336"/>
            <a:ext cx="859536" cy="128016"/>
          </a:xfrm>
          <a:prstGeom prst="roundRect">
            <a:avLst>
              <a:gd name="adj" fmla="val 50000"/>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78440" y="4230928"/>
            <a:ext cx="1188720" cy="219456"/>
          </a:xfrm>
          <a:prstGeom prst="rect">
            <a:avLst/>
          </a:prstGeom>
          <a:noFill/>
        </p:spPr>
        <p:txBody>
          <a:bodyPr wrap="square" anchor="t" lIns="0" rIns="0" tIns="0" bIns="0">
            <a:spAutoFit/>
          </a:bodyPr>
          <a:lstStyle/>
          <a:p>
            <a:pPr algn="l">
              <a:lnSpc>
                <a:spcPct val="115000"/>
              </a:lnSpc>
            </a:pPr>
            <a:r>
              <a:rPr sz="1100" b="1" i="0">
                <a:solidFill>
                  <a:srgbClr val="0C233C"/>
                </a:solidFill>
                <a:latin typeface="Arial"/>
              </a:rPr>
              <a:t>94 %</a:t>
            </a:r>
          </a:p>
        </p:txBody>
      </p:sp>
      <p:cxnSp>
        <p:nvCxnSpPr>
          <p:cNvPr id="33" name="Connector 32"/>
          <p:cNvCxnSpPr/>
          <p:nvPr/>
        </p:nvCxnSpPr>
        <p:spPr>
          <a:xfrm>
            <a:off x="548640" y="5733288"/>
            <a:ext cx="11091672" cy="0"/>
          </a:xfrm>
          <a:prstGeom prst="line">
            <a:avLst/>
          </a:prstGeom>
          <a:ln w="9525">
            <a:solidFill>
              <a:srgbClr val="D3DAE8"/>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48640" y="4800600"/>
            <a:ext cx="1188720" cy="932688"/>
          </a:xfrm>
          <a:prstGeom prst="rect">
            <a:avLst/>
          </a:prstGeom>
          <a:noFill/>
        </p:spPr>
        <p:txBody>
          <a:bodyPr wrap="square" anchor="ctr" lIns="0" rIns="0" tIns="0" bIns="0">
            <a:spAutoFit/>
          </a:bodyPr>
          <a:lstStyle/>
          <a:p>
            <a:pPr algn="l">
              <a:lnSpc>
                <a:spcPct val="115000"/>
              </a:lnSpc>
            </a:pPr>
            <a:r>
              <a:rPr sz="1400" b="1" i="0">
                <a:solidFill>
                  <a:srgbClr val="00338D"/>
                </a:solidFill>
                <a:latin typeface="Arial"/>
              </a:rPr>
              <a:t>RC08</a:t>
            </a:r>
          </a:p>
        </p:txBody>
      </p:sp>
      <p:sp>
        <p:nvSpPr>
          <p:cNvPr id="35" name="TextBox 34"/>
          <p:cNvSpPr txBox="1"/>
          <p:nvPr/>
        </p:nvSpPr>
        <p:spPr>
          <a:xfrm>
            <a:off x="1737360" y="4800600"/>
            <a:ext cx="2377440" cy="932688"/>
          </a:xfrm>
          <a:prstGeom prst="rect">
            <a:avLst/>
          </a:prstGeom>
          <a:noFill/>
        </p:spPr>
        <p:txBody>
          <a:bodyPr wrap="square" anchor="ctr" lIns="0" rIns="0" tIns="0" bIns="0">
            <a:spAutoFit/>
          </a:bodyPr>
          <a:lstStyle/>
          <a:p>
            <a:pPr algn="l">
              <a:lnSpc>
                <a:spcPct val="115000"/>
              </a:lnSpc>
            </a:pPr>
            <a:r>
              <a:rPr sz="1200" b="1" i="0">
                <a:solidFill>
                  <a:srgbClr val="0C233C"/>
                </a:solidFill>
                <a:latin typeface="Arial"/>
              </a:rPr>
              <a:t>Automatización para el seguimiento de usuarios</a:t>
            </a:r>
          </a:p>
        </p:txBody>
      </p:sp>
      <p:sp>
        <p:nvSpPr>
          <p:cNvPr id="36" name="TextBox 35"/>
          <p:cNvSpPr txBox="1"/>
          <p:nvPr/>
        </p:nvSpPr>
        <p:spPr>
          <a:xfrm>
            <a:off x="4114800" y="4800600"/>
            <a:ext cx="4572000" cy="932688"/>
          </a:xfrm>
          <a:prstGeom prst="rect">
            <a:avLst/>
          </a:prstGeom>
          <a:noFill/>
        </p:spPr>
        <p:txBody>
          <a:bodyPr wrap="square" anchor="ctr" lIns="0" rIns="0" tIns="0" bIns="0">
            <a:spAutoFit/>
          </a:bodyPr>
          <a:lstStyle/>
          <a:p>
            <a:pPr algn="l">
              <a:lnSpc>
                <a:spcPct val="115000"/>
              </a:lnSpc>
            </a:pPr>
            <a:r>
              <a:rPr sz="1150" b="0" i="0">
                <a:solidFill>
                  <a:srgbClr val="3F516B"/>
                </a:solidFill>
                <a:latin typeface="Arial"/>
              </a:rPr>
              <a:t>[por confirmar]</a:t>
            </a:r>
          </a:p>
        </p:txBody>
      </p:sp>
      <p:sp>
        <p:nvSpPr>
          <p:cNvPr id="37" name="Rounded Rectangle 36"/>
          <p:cNvSpPr/>
          <p:nvPr/>
        </p:nvSpPr>
        <p:spPr>
          <a:xfrm>
            <a:off x="8686800" y="5102352"/>
            <a:ext cx="1600200" cy="329184"/>
          </a:xfrm>
          <a:prstGeom prst="roundRect">
            <a:avLst>
              <a:gd name="adj" fmla="val 50000"/>
            </a:avLst>
          </a:prstGeom>
          <a:noFill/>
          <a:ln w="15875">
            <a:solidFill>
              <a:srgbClr val="9AA8C0"/>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i="0">
                <a:solidFill>
                  <a:srgbClr val="3F516B"/>
                </a:solidFill>
                <a:latin typeface="Arial"/>
              </a:rPr>
              <a:t>POR CONFIRMAR</a:t>
            </a:r>
          </a:p>
        </p:txBody>
      </p:sp>
      <p:sp>
        <p:nvSpPr>
          <p:cNvPr id="38" name="TextBox 37"/>
          <p:cNvSpPr txBox="1"/>
          <p:nvPr/>
        </p:nvSpPr>
        <p:spPr>
          <a:xfrm>
            <a:off x="10378440" y="4800600"/>
            <a:ext cx="1261872" cy="932688"/>
          </a:xfrm>
          <a:prstGeom prst="rect">
            <a:avLst/>
          </a:prstGeom>
          <a:noFill/>
        </p:spPr>
        <p:txBody>
          <a:bodyPr wrap="square" anchor="ctr" lIns="0" rIns="0" tIns="0" bIns="0">
            <a:spAutoFit/>
          </a:bodyPr>
          <a:lstStyle/>
          <a:p>
            <a:pPr algn="l">
              <a:lnSpc>
                <a:spcPct val="115000"/>
              </a:lnSpc>
            </a:pPr>
            <a:r>
              <a:rPr sz="1300" b="1" i="0">
                <a:solidFill>
                  <a:srgbClr val="9AA8C0"/>
                </a:solidFill>
                <a:latin typeface="Arial"/>
              </a:rPr>
              <a:t>—</a:t>
            </a:r>
          </a:p>
        </p:txBody>
      </p:sp>
      <p:sp>
        <p:nvSpPr>
          <p:cNvPr id="39" name="TextBox 38"/>
          <p:cNvSpPr txBox="1"/>
          <p:nvPr/>
        </p:nvSpPr>
        <p:spPr>
          <a:xfrm>
            <a:off x="548640" y="5916168"/>
            <a:ext cx="10972800" cy="274320"/>
          </a:xfrm>
          <a:prstGeom prst="rect">
            <a:avLst/>
          </a:prstGeom>
          <a:noFill/>
        </p:spPr>
        <p:txBody>
          <a:bodyPr wrap="square" anchor="t" lIns="0" rIns="0" tIns="0" bIns="0">
            <a:spAutoFit/>
          </a:bodyPr>
          <a:lstStyle/>
          <a:p>
            <a:pPr algn="l">
              <a:lnSpc>
                <a:spcPct val="115000"/>
              </a:lnSpc>
            </a:pPr>
            <a:r>
              <a:rPr sz="950" b="0" i="1">
                <a:solidFill>
                  <a:srgbClr val="3F516B"/>
                </a:solidFill>
                <a:latin typeface="Arial"/>
              </a:rPr>
              <a:t>Estado calculado sobre tareas bloqueadas o con fecha vencida a 11 sept. 2026, no solo sobre el campo “Estado” del reporte de origen.</a:t>
            </a:r>
          </a:p>
        </p:txBody>
      </p:sp>
      <p:sp>
        <p:nvSpPr>
          <p:cNvPr id="40" name="TextBox 39"/>
          <p:cNvSpPr txBox="1"/>
          <p:nvPr/>
        </p:nvSpPr>
        <p:spPr>
          <a:xfrm>
            <a:off x="548640" y="6547104"/>
            <a:ext cx="7315200" cy="256032"/>
          </a:xfrm>
          <a:prstGeom prst="rect">
            <a:avLst/>
          </a:prstGeom>
          <a:noFill/>
        </p:spPr>
        <p:txBody>
          <a:bodyPr wrap="square" anchor="t" lIns="0" rIns="0" tIns="0" bIns="0">
            <a:spAutoFit/>
          </a:bodyPr>
          <a:lstStyle/>
          <a:p>
            <a:pPr algn="l">
              <a:lnSpc>
                <a:spcPct val="115000"/>
              </a:lnSpc>
            </a:pPr>
            <a:r>
              <a:rPr sz="900" b="0" i="0">
                <a:solidFill>
                  <a:srgbClr val="3F516B"/>
                </a:solidFill>
                <a:latin typeface="Arial"/>
              </a:rPr>
              <a:t>Comité de seguimiento · Arrabal</a:t>
            </a:r>
          </a:p>
        </p:txBody>
      </p:sp>
      <p:sp>
        <p:nvSpPr>
          <p:cNvPr id="41" name="TextBox 40"/>
          <p:cNvSpPr txBox="1"/>
          <p:nvPr/>
        </p:nvSpPr>
        <p:spPr>
          <a:xfrm>
            <a:off x="11247120" y="6547104"/>
            <a:ext cx="393192" cy="256032"/>
          </a:xfrm>
          <a:prstGeom prst="rect">
            <a:avLst/>
          </a:prstGeom>
          <a:noFill/>
        </p:spPr>
        <p:txBody>
          <a:bodyPr wrap="square" anchor="t" lIns="0" rIns="0" tIns="0" bIns="0">
            <a:spAutoFit/>
          </a:bodyPr>
          <a:lstStyle/>
          <a:p>
            <a:pPr algn="r">
              <a:lnSpc>
                <a:spcPct val="115000"/>
              </a:lnSpc>
            </a:pPr>
            <a:r>
              <a:rPr sz="900" b="0" i="0">
                <a:solidFill>
                  <a:srgbClr val="3F516B"/>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i="0">
                <a:solidFill>
                  <a:srgbClr val="00338D"/>
                </a:solidFill>
                <a:latin typeface="Arial"/>
              </a:rPr>
              <a:t>Calendario</a:t>
            </a:r>
          </a:p>
        </p:txBody>
      </p:sp>
      <p:cxnSp>
        <p:nvCxnSpPr>
          <p:cNvPr id="3" name="Connector 2"/>
          <p:cNvCxnSpPr/>
          <p:nvPr/>
        </p:nvCxnSpPr>
        <p:spPr>
          <a:xfrm>
            <a:off x="2103120" y="1280160"/>
            <a:ext cx="0" cy="3364992"/>
          </a:xfrm>
          <a:prstGeom prst="line">
            <a:avLst/>
          </a:prstGeom>
          <a:ln w="9525">
            <a:solidFill>
              <a:srgbClr val="D3DAE8"/>
            </a:solidFill>
            <a:prstDash val="sysDash"/>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103120" y="1033272"/>
            <a:ext cx="914400" cy="219456"/>
          </a:xfrm>
          <a:prstGeom prst="rect">
            <a:avLst/>
          </a:prstGeom>
          <a:noFill/>
        </p:spPr>
        <p:txBody>
          <a:bodyPr wrap="square" anchor="t" lIns="0" rIns="0" tIns="0" bIns="0">
            <a:spAutoFit/>
          </a:bodyPr>
          <a:lstStyle/>
          <a:p>
            <a:pPr algn="l">
              <a:lnSpc>
                <a:spcPct val="115000"/>
              </a:lnSpc>
            </a:pPr>
            <a:r>
              <a:rPr sz="1000" b="1" i="0">
                <a:solidFill>
                  <a:srgbClr val="3F516B"/>
                </a:solidFill>
                <a:latin typeface="Arial"/>
              </a:rPr>
              <a:t>JUL</a:t>
            </a:r>
          </a:p>
        </p:txBody>
      </p:sp>
      <p:cxnSp>
        <p:nvCxnSpPr>
          <p:cNvPr id="5" name="Connector 4"/>
          <p:cNvCxnSpPr/>
          <p:nvPr/>
        </p:nvCxnSpPr>
        <p:spPr>
          <a:xfrm>
            <a:off x="4892298" y="1280160"/>
            <a:ext cx="0" cy="3364992"/>
          </a:xfrm>
          <a:prstGeom prst="line">
            <a:avLst/>
          </a:prstGeom>
          <a:ln w="9525">
            <a:solidFill>
              <a:srgbClr val="D3DAE8"/>
            </a:solidFill>
            <a:prstDash val="sysDash"/>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92298" y="1033272"/>
            <a:ext cx="914400" cy="219456"/>
          </a:xfrm>
          <a:prstGeom prst="rect">
            <a:avLst/>
          </a:prstGeom>
          <a:noFill/>
        </p:spPr>
        <p:txBody>
          <a:bodyPr wrap="square" anchor="t" lIns="0" rIns="0" tIns="0" bIns="0">
            <a:spAutoFit/>
          </a:bodyPr>
          <a:lstStyle/>
          <a:p>
            <a:pPr algn="l">
              <a:lnSpc>
                <a:spcPct val="115000"/>
              </a:lnSpc>
            </a:pPr>
            <a:r>
              <a:rPr sz="1000" b="1" i="0">
                <a:solidFill>
                  <a:srgbClr val="3F516B"/>
                </a:solidFill>
                <a:latin typeface="Arial"/>
              </a:rPr>
              <a:t>AGO</a:t>
            </a:r>
          </a:p>
        </p:txBody>
      </p:sp>
      <p:cxnSp>
        <p:nvCxnSpPr>
          <p:cNvPr id="7" name="Connector 6"/>
          <p:cNvCxnSpPr/>
          <p:nvPr/>
        </p:nvCxnSpPr>
        <p:spPr>
          <a:xfrm>
            <a:off x="7681477" y="1280160"/>
            <a:ext cx="0" cy="3364992"/>
          </a:xfrm>
          <a:prstGeom prst="line">
            <a:avLst/>
          </a:prstGeom>
          <a:ln w="9525">
            <a:solidFill>
              <a:srgbClr val="D3DAE8"/>
            </a:solidFill>
            <a:prstDash val="sysDash"/>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681477" y="1033272"/>
            <a:ext cx="914400" cy="219456"/>
          </a:xfrm>
          <a:prstGeom prst="rect">
            <a:avLst/>
          </a:prstGeom>
          <a:noFill/>
        </p:spPr>
        <p:txBody>
          <a:bodyPr wrap="square" anchor="t" lIns="0" rIns="0" tIns="0" bIns="0">
            <a:spAutoFit/>
          </a:bodyPr>
          <a:lstStyle/>
          <a:p>
            <a:pPr algn="l">
              <a:lnSpc>
                <a:spcPct val="115000"/>
              </a:lnSpc>
            </a:pPr>
            <a:r>
              <a:rPr sz="1000" b="1" i="0">
                <a:solidFill>
                  <a:srgbClr val="3F516B"/>
                </a:solidFill>
                <a:latin typeface="Arial"/>
              </a:rPr>
              <a:t>SEP</a:t>
            </a:r>
          </a:p>
        </p:txBody>
      </p:sp>
      <p:cxnSp>
        <p:nvCxnSpPr>
          <p:cNvPr id="9" name="Connector 8"/>
          <p:cNvCxnSpPr/>
          <p:nvPr/>
        </p:nvCxnSpPr>
        <p:spPr>
          <a:xfrm>
            <a:off x="10380682" y="1280160"/>
            <a:ext cx="0" cy="3364992"/>
          </a:xfrm>
          <a:prstGeom prst="line">
            <a:avLst/>
          </a:prstGeom>
          <a:ln w="9525">
            <a:solidFill>
              <a:srgbClr val="D3DAE8"/>
            </a:solidFill>
            <a:prstDash val="sysDash"/>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380682" y="1033272"/>
            <a:ext cx="914400" cy="219456"/>
          </a:xfrm>
          <a:prstGeom prst="rect">
            <a:avLst/>
          </a:prstGeom>
          <a:noFill/>
        </p:spPr>
        <p:txBody>
          <a:bodyPr wrap="square" anchor="t" lIns="0" rIns="0" tIns="0" bIns="0">
            <a:spAutoFit/>
          </a:bodyPr>
          <a:lstStyle/>
          <a:p>
            <a:pPr algn="l">
              <a:lnSpc>
                <a:spcPct val="115000"/>
              </a:lnSpc>
            </a:pPr>
            <a:r>
              <a:rPr sz="1000" b="1" i="0">
                <a:solidFill>
                  <a:srgbClr val="3F516B"/>
                </a:solidFill>
                <a:latin typeface="Arial"/>
              </a:rPr>
              <a:t>OCT</a:t>
            </a:r>
          </a:p>
        </p:txBody>
      </p:sp>
      <p:sp>
        <p:nvSpPr>
          <p:cNvPr id="11" name="TextBox 10"/>
          <p:cNvSpPr txBox="1"/>
          <p:nvPr/>
        </p:nvSpPr>
        <p:spPr>
          <a:xfrm>
            <a:off x="548640" y="1417320"/>
            <a:ext cx="1417320" cy="566928"/>
          </a:xfrm>
          <a:prstGeom prst="rect">
            <a:avLst/>
          </a:prstGeom>
          <a:noFill/>
        </p:spPr>
        <p:txBody>
          <a:bodyPr wrap="square" anchor="ctr" lIns="0" rIns="0" tIns="0" bIns="0">
            <a:spAutoFit/>
          </a:bodyPr>
          <a:lstStyle/>
          <a:p>
            <a:pPr algn="l">
              <a:lnSpc>
                <a:spcPct val="115000"/>
              </a:lnSpc>
            </a:pPr>
            <a:r>
              <a:rPr sz="1300" b="1" i="0">
                <a:solidFill>
                  <a:srgbClr val="00338D"/>
                </a:solidFill>
                <a:latin typeface="Arial"/>
              </a:rPr>
              <a:t>RPR03</a:t>
            </a:r>
          </a:p>
        </p:txBody>
      </p:sp>
      <p:sp>
        <p:nvSpPr>
          <p:cNvPr id="12" name="Rounded Rectangle 11"/>
          <p:cNvSpPr/>
          <p:nvPr/>
        </p:nvSpPr>
        <p:spPr>
          <a:xfrm>
            <a:off x="3272775" y="1563624"/>
            <a:ext cx="7827695" cy="274320"/>
          </a:xfrm>
          <a:prstGeom prst="roundRect">
            <a:avLst>
              <a:gd name="adj" fmla="val 50000"/>
            </a:avLst>
          </a:prstGeom>
          <a:solidFill>
            <a:srgbClr val="BFD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272775" y="1563624"/>
            <a:ext cx="5009725" cy="274320"/>
          </a:xfrm>
          <a:prstGeom prst="roundRect">
            <a:avLst>
              <a:gd name="adj" fmla="val 50000"/>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iamond 13"/>
          <p:cNvSpPr/>
          <p:nvPr/>
        </p:nvSpPr>
        <p:spPr>
          <a:xfrm>
            <a:off x="3208767" y="1636775"/>
            <a:ext cx="128016" cy="128016"/>
          </a:xfrm>
          <a:prstGeom prst="diamond">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mond 14"/>
          <p:cNvSpPr/>
          <p:nvPr/>
        </p:nvSpPr>
        <p:spPr>
          <a:xfrm>
            <a:off x="11036462" y="1636775"/>
            <a:ext cx="128016" cy="128016"/>
          </a:xfrm>
          <a:prstGeom prst="diamond">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mond 15"/>
          <p:cNvSpPr/>
          <p:nvPr/>
        </p:nvSpPr>
        <p:spPr>
          <a:xfrm>
            <a:off x="3901123" y="1609343"/>
            <a:ext cx="182880" cy="182880"/>
          </a:xfrm>
          <a:prstGeom prst="diamond">
            <a:avLst/>
          </a:prstGeom>
          <a:solidFill>
            <a:srgbClr val="A619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7859958" y="1609343"/>
            <a:ext cx="182880" cy="182880"/>
          </a:xfrm>
          <a:prstGeom prst="diamond">
            <a:avLst/>
          </a:prstGeom>
          <a:solidFill>
            <a:srgbClr val="A619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72775" y="1856231"/>
            <a:ext cx="8284895" cy="182880"/>
          </a:xfrm>
          <a:prstGeom prst="rect">
            <a:avLst/>
          </a:prstGeom>
          <a:noFill/>
        </p:spPr>
        <p:txBody>
          <a:bodyPr wrap="square" anchor="t" lIns="0" rIns="0" tIns="0" bIns="0">
            <a:spAutoFit/>
          </a:bodyPr>
          <a:lstStyle/>
          <a:p>
            <a:pPr algn="l">
              <a:lnSpc>
                <a:spcPct val="115000"/>
              </a:lnSpc>
            </a:pPr>
            <a:r>
              <a:rPr sz="950" b="1" i="0">
                <a:solidFill>
                  <a:srgbClr val="3F516B"/>
                </a:solidFill>
                <a:latin typeface="Arial"/>
              </a:rPr>
              <a:t>64 %</a:t>
            </a:r>
          </a:p>
        </p:txBody>
      </p:sp>
      <p:sp>
        <p:nvSpPr>
          <p:cNvPr id="19" name="TextBox 18"/>
          <p:cNvSpPr txBox="1"/>
          <p:nvPr/>
        </p:nvSpPr>
        <p:spPr>
          <a:xfrm>
            <a:off x="548640" y="2258568"/>
            <a:ext cx="1417320" cy="566928"/>
          </a:xfrm>
          <a:prstGeom prst="rect">
            <a:avLst/>
          </a:prstGeom>
          <a:noFill/>
        </p:spPr>
        <p:txBody>
          <a:bodyPr wrap="square" anchor="ctr" lIns="0" rIns="0" tIns="0" bIns="0">
            <a:spAutoFit/>
          </a:bodyPr>
          <a:lstStyle/>
          <a:p>
            <a:pPr algn="l">
              <a:lnSpc>
                <a:spcPct val="115000"/>
              </a:lnSpc>
            </a:pPr>
            <a:r>
              <a:rPr sz="1300" b="1" i="0">
                <a:solidFill>
                  <a:srgbClr val="00338D"/>
                </a:solidFill>
                <a:latin typeface="Arial"/>
              </a:rPr>
              <a:t>RPR04</a:t>
            </a:r>
          </a:p>
        </p:txBody>
      </p:sp>
      <p:sp>
        <p:nvSpPr>
          <p:cNvPr id="20" name="Rounded Rectangle 19"/>
          <p:cNvSpPr/>
          <p:nvPr/>
        </p:nvSpPr>
        <p:spPr>
          <a:xfrm>
            <a:off x="4442431" y="2404872"/>
            <a:ext cx="2879152" cy="274320"/>
          </a:xfrm>
          <a:prstGeom prst="roundRect">
            <a:avLst>
              <a:gd name="adj" fmla="val 50000"/>
            </a:avLst>
          </a:prstGeom>
          <a:solidFill>
            <a:srgbClr val="BFD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42431" y="2404872"/>
            <a:ext cx="2677611" cy="274320"/>
          </a:xfrm>
          <a:prstGeom prst="roundRect">
            <a:avLst>
              <a:gd name="adj" fmla="val 50000"/>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iamond 21"/>
          <p:cNvSpPr/>
          <p:nvPr/>
        </p:nvSpPr>
        <p:spPr>
          <a:xfrm>
            <a:off x="4378423" y="2478024"/>
            <a:ext cx="128016" cy="128016"/>
          </a:xfrm>
          <a:prstGeom prst="diamond">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iamond 22"/>
          <p:cNvSpPr/>
          <p:nvPr/>
        </p:nvSpPr>
        <p:spPr>
          <a:xfrm>
            <a:off x="7257575" y="2478024"/>
            <a:ext cx="128016" cy="128016"/>
          </a:xfrm>
          <a:prstGeom prst="diamond">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42431" y="2697479"/>
            <a:ext cx="3336352" cy="182880"/>
          </a:xfrm>
          <a:prstGeom prst="rect">
            <a:avLst/>
          </a:prstGeom>
          <a:noFill/>
        </p:spPr>
        <p:txBody>
          <a:bodyPr wrap="square" anchor="t" lIns="0" rIns="0" tIns="0" bIns="0">
            <a:spAutoFit/>
          </a:bodyPr>
          <a:lstStyle/>
          <a:p>
            <a:pPr algn="l">
              <a:lnSpc>
                <a:spcPct val="115000"/>
              </a:lnSpc>
            </a:pPr>
            <a:r>
              <a:rPr sz="950" b="1" i="0">
                <a:solidFill>
                  <a:srgbClr val="3F516B"/>
                </a:solidFill>
                <a:latin typeface="Arial"/>
              </a:rPr>
              <a:t>93 %</a:t>
            </a:r>
          </a:p>
        </p:txBody>
      </p:sp>
      <p:sp>
        <p:nvSpPr>
          <p:cNvPr id="25" name="TextBox 24"/>
          <p:cNvSpPr txBox="1"/>
          <p:nvPr/>
        </p:nvSpPr>
        <p:spPr>
          <a:xfrm>
            <a:off x="548640" y="3099815"/>
            <a:ext cx="1417320" cy="566928"/>
          </a:xfrm>
          <a:prstGeom prst="rect">
            <a:avLst/>
          </a:prstGeom>
          <a:noFill/>
        </p:spPr>
        <p:txBody>
          <a:bodyPr wrap="square" anchor="ctr" lIns="0" rIns="0" tIns="0" bIns="0">
            <a:spAutoFit/>
          </a:bodyPr>
          <a:lstStyle/>
          <a:p>
            <a:pPr algn="l">
              <a:lnSpc>
                <a:spcPct val="115000"/>
              </a:lnSpc>
            </a:pPr>
            <a:r>
              <a:rPr sz="1300" b="1" i="0">
                <a:solidFill>
                  <a:srgbClr val="00338D"/>
                </a:solidFill>
                <a:latin typeface="Arial"/>
              </a:rPr>
              <a:t>RG10</a:t>
            </a:r>
          </a:p>
        </p:txBody>
      </p:sp>
      <p:sp>
        <p:nvSpPr>
          <p:cNvPr id="26" name="Rounded Rectangle 25"/>
          <p:cNvSpPr/>
          <p:nvPr/>
        </p:nvSpPr>
        <p:spPr>
          <a:xfrm>
            <a:off x="3362749" y="3246120"/>
            <a:ext cx="3958834" cy="274320"/>
          </a:xfrm>
          <a:prstGeom prst="roundRect">
            <a:avLst>
              <a:gd name="adj" fmla="val 50000"/>
            </a:avLst>
          </a:prstGeom>
          <a:solidFill>
            <a:srgbClr val="BFD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362749" y="3246120"/>
            <a:ext cx="3721304" cy="274320"/>
          </a:xfrm>
          <a:prstGeom prst="roundRect">
            <a:avLst>
              <a:gd name="adj" fmla="val 50000"/>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iamond 27"/>
          <p:cNvSpPr/>
          <p:nvPr/>
        </p:nvSpPr>
        <p:spPr>
          <a:xfrm>
            <a:off x="3298741" y="3319272"/>
            <a:ext cx="128016" cy="128016"/>
          </a:xfrm>
          <a:prstGeom prst="diamond">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iamond 28"/>
          <p:cNvSpPr/>
          <p:nvPr/>
        </p:nvSpPr>
        <p:spPr>
          <a:xfrm>
            <a:off x="7257575" y="3319272"/>
            <a:ext cx="128016" cy="128016"/>
          </a:xfrm>
          <a:prstGeom prst="diamond">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62749" y="3538727"/>
            <a:ext cx="4416034" cy="182880"/>
          </a:xfrm>
          <a:prstGeom prst="rect">
            <a:avLst/>
          </a:prstGeom>
          <a:noFill/>
        </p:spPr>
        <p:txBody>
          <a:bodyPr wrap="square" anchor="t" lIns="0" rIns="0" tIns="0" bIns="0">
            <a:spAutoFit/>
          </a:bodyPr>
          <a:lstStyle/>
          <a:p>
            <a:pPr algn="l">
              <a:lnSpc>
                <a:spcPct val="115000"/>
              </a:lnSpc>
            </a:pPr>
            <a:r>
              <a:rPr sz="950" b="1" i="0">
                <a:solidFill>
                  <a:srgbClr val="3F516B"/>
                </a:solidFill>
                <a:latin typeface="Arial"/>
              </a:rPr>
              <a:t>94 %</a:t>
            </a:r>
          </a:p>
        </p:txBody>
      </p:sp>
      <p:sp>
        <p:nvSpPr>
          <p:cNvPr id="31" name="TextBox 30"/>
          <p:cNvSpPr txBox="1"/>
          <p:nvPr/>
        </p:nvSpPr>
        <p:spPr>
          <a:xfrm>
            <a:off x="548640" y="3941063"/>
            <a:ext cx="1417320" cy="566928"/>
          </a:xfrm>
          <a:prstGeom prst="rect">
            <a:avLst/>
          </a:prstGeom>
          <a:noFill/>
        </p:spPr>
        <p:txBody>
          <a:bodyPr wrap="square" anchor="ctr" lIns="0" rIns="0" tIns="0" bIns="0">
            <a:spAutoFit/>
          </a:bodyPr>
          <a:lstStyle/>
          <a:p>
            <a:pPr algn="l">
              <a:lnSpc>
                <a:spcPct val="115000"/>
              </a:lnSpc>
            </a:pPr>
            <a:r>
              <a:rPr sz="1300" b="1" i="0">
                <a:solidFill>
                  <a:srgbClr val="00338D"/>
                </a:solidFill>
                <a:latin typeface="Arial"/>
              </a:rPr>
              <a:t>RC08</a:t>
            </a:r>
          </a:p>
        </p:txBody>
      </p:sp>
      <p:sp>
        <p:nvSpPr>
          <p:cNvPr id="32" name="TextBox 31"/>
          <p:cNvSpPr txBox="1"/>
          <p:nvPr/>
        </p:nvSpPr>
        <p:spPr>
          <a:xfrm>
            <a:off x="2103120" y="3941063"/>
            <a:ext cx="9537192" cy="566928"/>
          </a:xfrm>
          <a:prstGeom prst="rect">
            <a:avLst/>
          </a:prstGeom>
          <a:noFill/>
        </p:spPr>
        <p:txBody>
          <a:bodyPr wrap="square" anchor="ctr" lIns="0" rIns="0" tIns="0" bIns="0">
            <a:spAutoFit/>
          </a:bodyPr>
          <a:lstStyle/>
          <a:p>
            <a:pPr algn="l">
              <a:lnSpc>
                <a:spcPct val="115000"/>
              </a:lnSpc>
            </a:pPr>
            <a:r>
              <a:rPr sz="1050" b="0" i="1">
                <a:solidFill>
                  <a:srgbClr val="9AA8C0"/>
                </a:solidFill>
                <a:latin typeface="Arial"/>
              </a:rPr>
              <a:t>Sin fechas registradas — [por confirmar]</a:t>
            </a:r>
          </a:p>
        </p:txBody>
      </p:sp>
      <p:cxnSp>
        <p:nvCxnSpPr>
          <p:cNvPr id="33" name="Connector 32"/>
          <p:cNvCxnSpPr/>
          <p:nvPr/>
        </p:nvCxnSpPr>
        <p:spPr>
          <a:xfrm>
            <a:off x="9570921" y="1280160"/>
            <a:ext cx="0" cy="3364992"/>
          </a:xfrm>
          <a:prstGeom prst="line">
            <a:avLst/>
          </a:prstGeom>
          <a:ln w="22225">
            <a:solidFill>
              <a:srgbClr val="B8860B"/>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068001" y="4672584"/>
            <a:ext cx="1280160" cy="201168"/>
          </a:xfrm>
          <a:prstGeom prst="rect">
            <a:avLst/>
          </a:prstGeom>
          <a:noFill/>
        </p:spPr>
        <p:txBody>
          <a:bodyPr wrap="square" anchor="t" lIns="0" rIns="0" tIns="0" bIns="0">
            <a:spAutoFit/>
          </a:bodyPr>
          <a:lstStyle/>
          <a:p>
            <a:pPr algn="ctr">
              <a:lnSpc>
                <a:spcPct val="115000"/>
              </a:lnSpc>
            </a:pPr>
            <a:r>
              <a:rPr sz="950" b="1" i="0">
                <a:solidFill>
                  <a:srgbClr val="B8860B"/>
                </a:solidFill>
                <a:latin typeface="Arial"/>
              </a:rPr>
              <a:t>HOY · 22 sept.</a:t>
            </a:r>
          </a:p>
        </p:txBody>
      </p:sp>
      <p:sp>
        <p:nvSpPr>
          <p:cNvPr id="35" name="Rounded Rectangle 34"/>
          <p:cNvSpPr/>
          <p:nvPr/>
        </p:nvSpPr>
        <p:spPr>
          <a:xfrm>
            <a:off x="548640" y="5084064"/>
            <a:ext cx="320040" cy="128016"/>
          </a:xfrm>
          <a:prstGeom prst="roundRect">
            <a:avLst>
              <a:gd name="adj" fmla="val 50000"/>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 y="5020056"/>
            <a:ext cx="1463040" cy="237744"/>
          </a:xfrm>
          <a:prstGeom prst="rect">
            <a:avLst/>
          </a:prstGeom>
          <a:noFill/>
        </p:spPr>
        <p:txBody>
          <a:bodyPr wrap="square" anchor="t" lIns="0" rIns="0" tIns="0" bIns="0">
            <a:spAutoFit/>
          </a:bodyPr>
          <a:lstStyle/>
          <a:p>
            <a:pPr algn="l">
              <a:lnSpc>
                <a:spcPct val="115000"/>
              </a:lnSpc>
            </a:pPr>
            <a:r>
              <a:rPr sz="1000" b="0" i="0">
                <a:solidFill>
                  <a:srgbClr val="3F516B"/>
                </a:solidFill>
                <a:latin typeface="Arial"/>
              </a:rPr>
              <a:t>Ejecutado</a:t>
            </a:r>
          </a:p>
        </p:txBody>
      </p:sp>
      <p:sp>
        <p:nvSpPr>
          <p:cNvPr id="37" name="Rounded Rectangle 36"/>
          <p:cNvSpPr/>
          <p:nvPr/>
        </p:nvSpPr>
        <p:spPr>
          <a:xfrm>
            <a:off x="2377440" y="5084064"/>
            <a:ext cx="320040" cy="128016"/>
          </a:xfrm>
          <a:prstGeom prst="roundRect">
            <a:avLst>
              <a:gd name="adj" fmla="val 50000"/>
            </a:avLst>
          </a:prstGeom>
          <a:solidFill>
            <a:srgbClr val="BFD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88920" y="5020056"/>
            <a:ext cx="1463040" cy="237744"/>
          </a:xfrm>
          <a:prstGeom prst="rect">
            <a:avLst/>
          </a:prstGeom>
          <a:noFill/>
        </p:spPr>
        <p:txBody>
          <a:bodyPr wrap="square" anchor="t" lIns="0" rIns="0" tIns="0" bIns="0">
            <a:spAutoFit/>
          </a:bodyPr>
          <a:lstStyle/>
          <a:p>
            <a:pPr algn="l">
              <a:lnSpc>
                <a:spcPct val="115000"/>
              </a:lnSpc>
            </a:pPr>
            <a:r>
              <a:rPr sz="1000" b="0" i="0">
                <a:solidFill>
                  <a:srgbClr val="3F516B"/>
                </a:solidFill>
                <a:latin typeface="Arial"/>
              </a:rPr>
              <a:t>Previsto</a:t>
            </a:r>
          </a:p>
        </p:txBody>
      </p:sp>
      <p:sp>
        <p:nvSpPr>
          <p:cNvPr id="39" name="Diamond 38"/>
          <p:cNvSpPr/>
          <p:nvPr/>
        </p:nvSpPr>
        <p:spPr>
          <a:xfrm>
            <a:off x="4361688" y="5074920"/>
            <a:ext cx="146304" cy="146304"/>
          </a:xfrm>
          <a:prstGeom prst="diamond">
            <a:avLst/>
          </a:prstGeom>
          <a:solidFill>
            <a:srgbClr val="A619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17720" y="5020056"/>
            <a:ext cx="3200400" cy="237744"/>
          </a:xfrm>
          <a:prstGeom prst="rect">
            <a:avLst/>
          </a:prstGeom>
          <a:noFill/>
        </p:spPr>
        <p:txBody>
          <a:bodyPr wrap="square" anchor="t" lIns="0" rIns="0" tIns="0" bIns="0">
            <a:spAutoFit/>
          </a:bodyPr>
          <a:lstStyle/>
          <a:p>
            <a:pPr algn="l">
              <a:lnSpc>
                <a:spcPct val="115000"/>
              </a:lnSpc>
            </a:pPr>
            <a:r>
              <a:rPr sz="1000" b="0" i="0">
                <a:solidFill>
                  <a:srgbClr val="3F516B"/>
                </a:solidFill>
                <a:latin typeface="Arial"/>
              </a:rPr>
              <a:t>Tarea bloqueada / fecha vencida</a:t>
            </a:r>
          </a:p>
        </p:txBody>
      </p:sp>
      <p:sp>
        <p:nvSpPr>
          <p:cNvPr id="41" name="TextBox 40"/>
          <p:cNvSpPr txBox="1"/>
          <p:nvPr/>
        </p:nvSpPr>
        <p:spPr>
          <a:xfrm>
            <a:off x="548640" y="6547104"/>
            <a:ext cx="7315200" cy="256032"/>
          </a:xfrm>
          <a:prstGeom prst="rect">
            <a:avLst/>
          </a:prstGeom>
          <a:noFill/>
        </p:spPr>
        <p:txBody>
          <a:bodyPr wrap="square" anchor="t" lIns="0" rIns="0" tIns="0" bIns="0">
            <a:spAutoFit/>
          </a:bodyPr>
          <a:lstStyle/>
          <a:p>
            <a:pPr algn="l">
              <a:lnSpc>
                <a:spcPct val="115000"/>
              </a:lnSpc>
            </a:pPr>
            <a:r>
              <a:rPr sz="900" b="0" i="0">
                <a:solidFill>
                  <a:srgbClr val="3F516B"/>
                </a:solidFill>
                <a:latin typeface="Arial"/>
              </a:rPr>
              <a:t>Comité de seguimiento · Arrabal</a:t>
            </a:r>
          </a:p>
        </p:txBody>
      </p:sp>
      <p:sp>
        <p:nvSpPr>
          <p:cNvPr id="42" name="TextBox 41"/>
          <p:cNvSpPr txBox="1"/>
          <p:nvPr/>
        </p:nvSpPr>
        <p:spPr>
          <a:xfrm>
            <a:off x="11247120" y="6547104"/>
            <a:ext cx="393192" cy="256032"/>
          </a:xfrm>
          <a:prstGeom prst="rect">
            <a:avLst/>
          </a:prstGeom>
          <a:noFill/>
        </p:spPr>
        <p:txBody>
          <a:bodyPr wrap="square" anchor="t" lIns="0" rIns="0" tIns="0" bIns="0">
            <a:spAutoFit/>
          </a:bodyPr>
          <a:lstStyle/>
          <a:p>
            <a:pPr algn="r">
              <a:lnSpc>
                <a:spcPct val="115000"/>
              </a:lnSpc>
            </a:pPr>
            <a:r>
              <a:rPr sz="900" b="0" i="0">
                <a:solidFill>
                  <a:srgbClr val="3F516B"/>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i="0">
                <a:solidFill>
                  <a:srgbClr val="00338D"/>
                </a:solidFill>
                <a:latin typeface="Arial"/>
              </a:rPr>
              <a:t>Comentarios sobre las iniciativas</a:t>
            </a:r>
          </a:p>
        </p:txBody>
      </p:sp>
      <p:sp>
        <p:nvSpPr>
          <p:cNvPr id="3" name="Rectangle 2"/>
          <p:cNvSpPr/>
          <p:nvPr/>
        </p:nvSpPr>
        <p:spPr>
          <a:xfrm>
            <a:off x="548640" y="1234440"/>
            <a:ext cx="45720" cy="109728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34440"/>
            <a:ext cx="1417320" cy="274320"/>
          </a:xfrm>
          <a:prstGeom prst="rect">
            <a:avLst/>
          </a:prstGeom>
          <a:noFill/>
        </p:spPr>
        <p:txBody>
          <a:bodyPr wrap="square" anchor="t" lIns="0" rIns="0" tIns="0" bIns="0">
            <a:spAutoFit/>
          </a:bodyPr>
          <a:lstStyle/>
          <a:p>
            <a:pPr algn="l">
              <a:lnSpc>
                <a:spcPct val="115000"/>
              </a:lnSpc>
            </a:pPr>
            <a:r>
              <a:rPr sz="1400" b="1" i="0">
                <a:solidFill>
                  <a:srgbClr val="00338D"/>
                </a:solidFill>
                <a:latin typeface="Arial"/>
              </a:rPr>
              <a:t>RPR03</a:t>
            </a:r>
          </a:p>
        </p:txBody>
      </p:sp>
      <p:sp>
        <p:nvSpPr>
          <p:cNvPr id="5" name="TextBox 4"/>
          <p:cNvSpPr txBox="1"/>
          <p:nvPr/>
        </p:nvSpPr>
        <p:spPr>
          <a:xfrm>
            <a:off x="777240" y="1508760"/>
            <a:ext cx="1417320" cy="502920"/>
          </a:xfrm>
          <a:prstGeom prst="rect">
            <a:avLst/>
          </a:prstGeom>
          <a:noFill/>
        </p:spPr>
        <p:txBody>
          <a:bodyPr wrap="square" anchor="t" lIns="0" rIns="0" tIns="0" bIns="0">
            <a:spAutoFit/>
          </a:bodyPr>
          <a:lstStyle/>
          <a:p>
            <a:pPr algn="l">
              <a:lnSpc>
                <a:spcPct val="105000"/>
              </a:lnSpc>
            </a:pPr>
            <a:r>
              <a:rPr sz="950" b="0" i="0">
                <a:solidFill>
                  <a:srgbClr val="3F516B"/>
                </a:solidFill>
                <a:latin typeface="Arial"/>
              </a:rPr>
              <a:t>Recopilación automática de nuevos proyectos</a:t>
            </a:r>
          </a:p>
        </p:txBody>
      </p:sp>
      <p:sp>
        <p:nvSpPr>
          <p:cNvPr id="6" name="TextBox 5"/>
          <p:cNvSpPr txBox="1"/>
          <p:nvPr/>
        </p:nvSpPr>
        <p:spPr>
          <a:xfrm>
            <a:off x="2331720" y="1234440"/>
            <a:ext cx="9326880" cy="1097280"/>
          </a:xfrm>
          <a:prstGeom prst="rect">
            <a:avLst/>
          </a:prstGeom>
          <a:noFill/>
        </p:spPr>
        <p:txBody>
          <a:bodyPr wrap="square" anchor="t" lIns="0" rIns="0" tIns="0" bIns="0">
            <a:spAutoFit/>
          </a:bodyPr>
          <a:lstStyle/>
          <a:p>
            <a:pPr algn="l">
              <a:lnSpc>
                <a:spcPct val="112000"/>
              </a:lnSpc>
            </a:pPr>
            <a:r>
              <a:rPr sz="1100" b="0" i="0">
                <a:solidFill>
                  <a:srgbClr val="0C233C"/>
                </a:solidFill>
                <a:latin typeface="Arial"/>
              </a:rPr>
              <a:t>43 tareas planificadas: 21 completadas, 6 en curso, 14 sin iniciar. Dos tareas bloqueadas y con vencimiento ya pasado a fecha del informe (11 sept.): la validación del entorno del cliente (venció 22 jul.) y la integración con Salesforce y el modelo CRM (venció 4 sept.). Ambas bloquean el arranque de las fuentes de las Fases 3 y 4 (14 fuentes, todas sin iniciar). Necesita decisión del comité: desbloqueo de acceso al entorno cliente y a Salesforce.</a:t>
            </a:r>
          </a:p>
        </p:txBody>
      </p:sp>
      <p:sp>
        <p:nvSpPr>
          <p:cNvPr id="7" name="Rectangle 6"/>
          <p:cNvSpPr/>
          <p:nvPr/>
        </p:nvSpPr>
        <p:spPr>
          <a:xfrm>
            <a:off x="548640" y="2532888"/>
            <a:ext cx="45720" cy="10972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32888"/>
            <a:ext cx="1417320" cy="274320"/>
          </a:xfrm>
          <a:prstGeom prst="rect">
            <a:avLst/>
          </a:prstGeom>
          <a:noFill/>
        </p:spPr>
        <p:txBody>
          <a:bodyPr wrap="square" anchor="t" lIns="0" rIns="0" tIns="0" bIns="0">
            <a:spAutoFit/>
          </a:bodyPr>
          <a:lstStyle/>
          <a:p>
            <a:pPr algn="l">
              <a:lnSpc>
                <a:spcPct val="115000"/>
              </a:lnSpc>
            </a:pPr>
            <a:r>
              <a:rPr sz="1400" b="1" i="0">
                <a:solidFill>
                  <a:srgbClr val="00338D"/>
                </a:solidFill>
                <a:latin typeface="Arial"/>
              </a:rPr>
              <a:t>RPR04</a:t>
            </a:r>
          </a:p>
        </p:txBody>
      </p:sp>
      <p:sp>
        <p:nvSpPr>
          <p:cNvPr id="9" name="TextBox 8"/>
          <p:cNvSpPr txBox="1"/>
          <p:nvPr/>
        </p:nvSpPr>
        <p:spPr>
          <a:xfrm>
            <a:off x="777240" y="2807208"/>
            <a:ext cx="1417320" cy="502920"/>
          </a:xfrm>
          <a:prstGeom prst="rect">
            <a:avLst/>
          </a:prstGeom>
          <a:noFill/>
        </p:spPr>
        <p:txBody>
          <a:bodyPr wrap="square" anchor="t" lIns="0" rIns="0" tIns="0" bIns="0">
            <a:spAutoFit/>
          </a:bodyPr>
          <a:lstStyle/>
          <a:p>
            <a:pPr algn="l">
              <a:lnSpc>
                <a:spcPct val="105000"/>
              </a:lnSpc>
            </a:pPr>
            <a:r>
              <a:rPr sz="950" b="0" i="0">
                <a:solidFill>
                  <a:srgbClr val="3F516B"/>
                </a:solidFill>
                <a:latin typeface="Arial"/>
              </a:rPr>
              <a:t>Overview económico y administrativo</a:t>
            </a:r>
          </a:p>
        </p:txBody>
      </p:sp>
      <p:sp>
        <p:nvSpPr>
          <p:cNvPr id="10" name="TextBox 9"/>
          <p:cNvSpPr txBox="1"/>
          <p:nvPr/>
        </p:nvSpPr>
        <p:spPr>
          <a:xfrm>
            <a:off x="2331720" y="2532888"/>
            <a:ext cx="9326880" cy="1097280"/>
          </a:xfrm>
          <a:prstGeom prst="rect">
            <a:avLst/>
          </a:prstGeom>
          <a:noFill/>
        </p:spPr>
        <p:txBody>
          <a:bodyPr wrap="square" anchor="t" lIns="0" rIns="0" tIns="0" bIns="0">
            <a:spAutoFit/>
          </a:bodyPr>
          <a:lstStyle/>
          <a:p>
            <a:pPr algn="l">
              <a:lnSpc>
                <a:spcPct val="112000"/>
              </a:lnSpc>
            </a:pPr>
            <a:r>
              <a:rPr sz="1100" b="0" i="0">
                <a:solidFill>
                  <a:srgbClr val="0C233C"/>
                </a:solidFill>
                <a:latin typeface="Arial"/>
              </a:rPr>
              <a:t>3 de 4 tareas completadas (modelo económico, automatizaciones y reporting). Queda la validación final con los equipos implicados, al 70 % y por encima de su fecha prevista (28 ago.). Sin bloqueos técnicos: pendiente de agenda de validación.</a:t>
            </a:r>
          </a:p>
        </p:txBody>
      </p:sp>
      <p:sp>
        <p:nvSpPr>
          <p:cNvPr id="11" name="Rectangle 10"/>
          <p:cNvSpPr/>
          <p:nvPr/>
        </p:nvSpPr>
        <p:spPr>
          <a:xfrm>
            <a:off x="548640" y="3831336"/>
            <a:ext cx="45720" cy="10972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31336"/>
            <a:ext cx="1417320" cy="274320"/>
          </a:xfrm>
          <a:prstGeom prst="rect">
            <a:avLst/>
          </a:prstGeom>
          <a:noFill/>
        </p:spPr>
        <p:txBody>
          <a:bodyPr wrap="square" anchor="t" lIns="0" rIns="0" tIns="0" bIns="0">
            <a:spAutoFit/>
          </a:bodyPr>
          <a:lstStyle/>
          <a:p>
            <a:pPr algn="l">
              <a:lnSpc>
                <a:spcPct val="115000"/>
              </a:lnSpc>
            </a:pPr>
            <a:r>
              <a:rPr sz="1400" b="1" i="0">
                <a:solidFill>
                  <a:srgbClr val="00338D"/>
                </a:solidFill>
                <a:latin typeface="Arial"/>
              </a:rPr>
              <a:t>RG10</a:t>
            </a:r>
          </a:p>
        </p:txBody>
      </p:sp>
      <p:sp>
        <p:nvSpPr>
          <p:cNvPr id="13" name="TextBox 12"/>
          <p:cNvSpPr txBox="1"/>
          <p:nvPr/>
        </p:nvSpPr>
        <p:spPr>
          <a:xfrm>
            <a:off x="777240" y="4105656"/>
            <a:ext cx="1417320" cy="502920"/>
          </a:xfrm>
          <a:prstGeom prst="rect">
            <a:avLst/>
          </a:prstGeom>
          <a:noFill/>
        </p:spPr>
        <p:txBody>
          <a:bodyPr wrap="square" anchor="t" lIns="0" rIns="0" tIns="0" bIns="0">
            <a:spAutoFit/>
          </a:bodyPr>
          <a:lstStyle/>
          <a:p>
            <a:pPr algn="l">
              <a:lnSpc>
                <a:spcPct val="105000"/>
              </a:lnSpc>
            </a:pPr>
            <a:r>
              <a:rPr sz="950" b="0" i="0">
                <a:solidFill>
                  <a:srgbClr val="3F516B"/>
                </a:solidFill>
                <a:latin typeface="Arial"/>
              </a:rPr>
              <a:t>Optimización y documentación del CRM</a:t>
            </a:r>
          </a:p>
        </p:txBody>
      </p:sp>
      <p:sp>
        <p:nvSpPr>
          <p:cNvPr id="14" name="TextBox 13"/>
          <p:cNvSpPr txBox="1"/>
          <p:nvPr/>
        </p:nvSpPr>
        <p:spPr>
          <a:xfrm>
            <a:off x="2331720" y="3831336"/>
            <a:ext cx="9326880" cy="1097280"/>
          </a:xfrm>
          <a:prstGeom prst="rect">
            <a:avLst/>
          </a:prstGeom>
          <a:noFill/>
        </p:spPr>
        <p:txBody>
          <a:bodyPr wrap="square" anchor="t" lIns="0" rIns="0" tIns="0" bIns="0">
            <a:spAutoFit/>
          </a:bodyPr>
          <a:lstStyle/>
          <a:p>
            <a:pPr algn="l">
              <a:lnSpc>
                <a:spcPct val="112000"/>
              </a:lnSpc>
            </a:pPr>
            <a:r>
              <a:rPr sz="1100" b="0" i="0">
                <a:solidFill>
                  <a:srgbClr val="0C233C"/>
                </a:solidFill>
                <a:latin typeface="Arial"/>
              </a:rPr>
              <a:t>4 de 5 tareas completadas (revisión inicial, modelo, automatizaciones y documentación). Igual que RPR04: la validación final y puesta en uso está al 55 % y superó su fecha prevista (28 ago.). Pendiente de cierre con cliente.</a:t>
            </a:r>
          </a:p>
        </p:txBody>
      </p:sp>
      <p:sp>
        <p:nvSpPr>
          <p:cNvPr id="15" name="Rectangle 14"/>
          <p:cNvSpPr/>
          <p:nvPr/>
        </p:nvSpPr>
        <p:spPr>
          <a:xfrm>
            <a:off x="548640" y="5129784"/>
            <a:ext cx="45720" cy="1097280"/>
          </a:xfrm>
          <a:prstGeom prst="rect">
            <a:avLst/>
          </a:prstGeom>
          <a:solidFill>
            <a:srgbClr val="9AA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129784"/>
            <a:ext cx="1417320" cy="274320"/>
          </a:xfrm>
          <a:prstGeom prst="rect">
            <a:avLst/>
          </a:prstGeom>
          <a:noFill/>
        </p:spPr>
        <p:txBody>
          <a:bodyPr wrap="square" anchor="t" lIns="0" rIns="0" tIns="0" bIns="0">
            <a:spAutoFit/>
          </a:bodyPr>
          <a:lstStyle/>
          <a:p>
            <a:pPr algn="l">
              <a:lnSpc>
                <a:spcPct val="115000"/>
              </a:lnSpc>
            </a:pPr>
            <a:r>
              <a:rPr sz="1400" b="1" i="0">
                <a:solidFill>
                  <a:srgbClr val="00338D"/>
                </a:solidFill>
                <a:latin typeface="Arial"/>
              </a:rPr>
              <a:t>RC08</a:t>
            </a:r>
          </a:p>
        </p:txBody>
      </p:sp>
      <p:sp>
        <p:nvSpPr>
          <p:cNvPr id="17" name="TextBox 16"/>
          <p:cNvSpPr txBox="1"/>
          <p:nvPr/>
        </p:nvSpPr>
        <p:spPr>
          <a:xfrm>
            <a:off x="777240" y="5404104"/>
            <a:ext cx="1417320" cy="502920"/>
          </a:xfrm>
          <a:prstGeom prst="rect">
            <a:avLst/>
          </a:prstGeom>
          <a:noFill/>
        </p:spPr>
        <p:txBody>
          <a:bodyPr wrap="square" anchor="t" lIns="0" rIns="0" tIns="0" bIns="0">
            <a:spAutoFit/>
          </a:bodyPr>
          <a:lstStyle/>
          <a:p>
            <a:pPr algn="l">
              <a:lnSpc>
                <a:spcPct val="105000"/>
              </a:lnSpc>
            </a:pPr>
            <a:r>
              <a:rPr sz="950" b="0" i="0">
                <a:solidFill>
                  <a:srgbClr val="3F516B"/>
                </a:solidFill>
                <a:latin typeface="Arial"/>
              </a:rPr>
              <a:t>Automatización para el seguimiento de usuarios</a:t>
            </a:r>
          </a:p>
        </p:txBody>
      </p:sp>
      <p:sp>
        <p:nvSpPr>
          <p:cNvPr id="18" name="TextBox 17"/>
          <p:cNvSpPr txBox="1"/>
          <p:nvPr/>
        </p:nvSpPr>
        <p:spPr>
          <a:xfrm>
            <a:off x="2331720" y="5129784"/>
            <a:ext cx="9326880" cy="1097280"/>
          </a:xfrm>
          <a:prstGeom prst="rect">
            <a:avLst/>
          </a:prstGeom>
          <a:noFill/>
        </p:spPr>
        <p:txBody>
          <a:bodyPr wrap="square" anchor="t" lIns="0" rIns="0" tIns="0" bIns="0">
            <a:spAutoFit/>
          </a:bodyPr>
          <a:lstStyle/>
          <a:p>
            <a:pPr algn="l">
              <a:lnSpc>
                <a:spcPct val="112000"/>
              </a:lnSpc>
            </a:pPr>
            <a:r>
              <a:rPr sz="1100" b="0" i="1">
                <a:solidFill>
                  <a:srgbClr val="0C233C"/>
                </a:solidFill>
                <a:latin typeface="Arial"/>
              </a:rPr>
              <a:t>[por confirmar] — no incluida en el informe de origen (Report_semanal_Arrabal 2026-09-11). Sin plan de tareas ni fecha de inicio registrados.</a:t>
            </a:r>
          </a:p>
        </p:txBody>
      </p:sp>
      <p:sp>
        <p:nvSpPr>
          <p:cNvPr id="19" name="TextBox 18"/>
          <p:cNvSpPr txBox="1"/>
          <p:nvPr/>
        </p:nvSpPr>
        <p:spPr>
          <a:xfrm>
            <a:off x="548640" y="6547104"/>
            <a:ext cx="7315200" cy="256032"/>
          </a:xfrm>
          <a:prstGeom prst="rect">
            <a:avLst/>
          </a:prstGeom>
          <a:noFill/>
        </p:spPr>
        <p:txBody>
          <a:bodyPr wrap="square" anchor="t" lIns="0" rIns="0" tIns="0" bIns="0">
            <a:spAutoFit/>
          </a:bodyPr>
          <a:lstStyle/>
          <a:p>
            <a:pPr algn="l">
              <a:lnSpc>
                <a:spcPct val="115000"/>
              </a:lnSpc>
            </a:pPr>
            <a:r>
              <a:rPr sz="900" b="0" i="0">
                <a:solidFill>
                  <a:srgbClr val="3F516B"/>
                </a:solidFill>
                <a:latin typeface="Arial"/>
              </a:rPr>
              <a:t>Comité de seguimiento · Arrabal</a:t>
            </a:r>
          </a:p>
        </p:txBody>
      </p:sp>
      <p:sp>
        <p:nvSpPr>
          <p:cNvPr id="20" name="TextBox 19"/>
          <p:cNvSpPr txBox="1"/>
          <p:nvPr/>
        </p:nvSpPr>
        <p:spPr>
          <a:xfrm>
            <a:off x="11247120" y="6547104"/>
            <a:ext cx="393192" cy="256032"/>
          </a:xfrm>
          <a:prstGeom prst="rect">
            <a:avLst/>
          </a:prstGeom>
          <a:noFill/>
        </p:spPr>
        <p:txBody>
          <a:bodyPr wrap="square" anchor="t" lIns="0" rIns="0" tIns="0" bIns="0">
            <a:spAutoFit/>
          </a:bodyPr>
          <a:lstStyle/>
          <a:p>
            <a:pPr algn="r">
              <a:lnSpc>
                <a:spcPct val="115000"/>
              </a:lnSpc>
            </a:pPr>
            <a:r>
              <a:rPr sz="900" b="0" i="0">
                <a:solidFill>
                  <a:srgbClr val="3F516B"/>
                </a:solidFill>
                <a:latin typeface="Arial"/>
              </a:rPr>
              <a:t>3</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FONTUSED" val="KPMGFONT"/>
  <p:tag name="KEYWORD" val="SCREENWIDE"/>
  <p:tag name="TEMPLATEVERSION" val="26/05/2022 11:01:00"/>
  <p:tag name="TOOLBARVERSION" val="6.0"/>
  <p:tag name="TYPE" val="ScreenWide"/>
</p:tagLst>
</file>

<file path=ppt/tags/tag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1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1.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1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3.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1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5.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1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7.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1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9.xml><?xml version="1.0" encoding="utf-8"?>
<p:tagLst xmlns:a="http://schemas.openxmlformats.org/drawingml/2006/main" xmlns:r="http://schemas.openxmlformats.org/officeDocument/2006/relationships" xmlns:p="http://schemas.openxmlformats.org/presentationml/2006/main">
  <p:tag name="ADV_COPYRIGHT" val="TRUE"/>
</p:tagLst>
</file>

<file path=ppt/tags/tag2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1.xml><?xml version="1.0" encoding="utf-8"?>
<p:tagLst xmlns:a="http://schemas.openxmlformats.org/drawingml/2006/main" xmlns:r="http://schemas.openxmlformats.org/officeDocument/2006/relationships" xmlns:p="http://schemas.openxmlformats.org/presentationml/2006/main">
  <p:tag name="ADV_COPYRIGHT" val="TRUE"/>
</p:tagLst>
</file>

<file path=ppt/tags/tag2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3.xml><?xml version="1.0" encoding="utf-8"?>
<p:tagLst xmlns:a="http://schemas.openxmlformats.org/drawingml/2006/main" xmlns:r="http://schemas.openxmlformats.org/officeDocument/2006/relationships" xmlns:p="http://schemas.openxmlformats.org/presentationml/2006/main">
  <p:tag name="ADV_COPYRIGHT" val="TRUE"/>
</p:tagLst>
</file>

<file path=ppt/tags/tag2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5.xml><?xml version="1.0" encoding="utf-8"?>
<p:tagLst xmlns:a="http://schemas.openxmlformats.org/drawingml/2006/main" xmlns:r="http://schemas.openxmlformats.org/officeDocument/2006/relationships" xmlns:p="http://schemas.openxmlformats.org/presentationml/2006/main">
  <p:tag name="ADV_COPYRIGHT" val="TRUE"/>
</p:tagLst>
</file>

<file path=ppt/tags/tag2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1.xml><?xml version="1.0" encoding="utf-8"?>
<p:tagLst xmlns:a="http://schemas.openxmlformats.org/drawingml/2006/main" xmlns:r="http://schemas.openxmlformats.org/officeDocument/2006/relationships" xmlns:p="http://schemas.openxmlformats.org/presentationml/2006/main">
  <p:tag name="ADV_COPYRIGHT" val="TRUE"/>
</p:tagLst>
</file>

<file path=ppt/tags/tag3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3.xml><?xml version="1.0" encoding="utf-8"?>
<p:tagLst xmlns:a="http://schemas.openxmlformats.org/drawingml/2006/main" xmlns:r="http://schemas.openxmlformats.org/officeDocument/2006/relationships" xmlns:p="http://schemas.openxmlformats.org/presentationml/2006/main">
  <p:tag name="ADV_COPYRIGHT" val="TRUE"/>
</p:tagLst>
</file>

<file path=ppt/tags/tag3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5.xml><?xml version="1.0" encoding="utf-8"?>
<p:tagLst xmlns:a="http://schemas.openxmlformats.org/drawingml/2006/main" xmlns:r="http://schemas.openxmlformats.org/officeDocument/2006/relationships" xmlns:p="http://schemas.openxmlformats.org/presentationml/2006/main">
  <p:tag name="ADV_COPYRIGHT" val="TRUE"/>
</p:tagLst>
</file>

<file path=ppt/tags/tag3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7.xml><?xml version="1.0" encoding="utf-8"?>
<p:tagLst xmlns:a="http://schemas.openxmlformats.org/drawingml/2006/main" xmlns:r="http://schemas.openxmlformats.org/officeDocument/2006/relationships" xmlns:p="http://schemas.openxmlformats.org/presentationml/2006/main">
  <p:tag name="ADV_COPYRIGHT" val="TRUE"/>
</p:tagLst>
</file>

<file path=ppt/tags/tag3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9.xml><?xml version="1.0" encoding="utf-8"?>
<p:tagLst xmlns:a="http://schemas.openxmlformats.org/drawingml/2006/main" xmlns:r="http://schemas.openxmlformats.org/officeDocument/2006/relationships" xmlns:p="http://schemas.openxmlformats.org/presentationml/2006/main">
  <p:tag name="ADV_COPYRIGHT" val="TRUE"/>
</p:tagLst>
</file>

<file path=ppt/tags/tag4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1.xml><?xml version="1.0" encoding="utf-8"?>
<p:tagLst xmlns:a="http://schemas.openxmlformats.org/drawingml/2006/main" xmlns:r="http://schemas.openxmlformats.org/officeDocument/2006/relationships" xmlns:p="http://schemas.openxmlformats.org/presentationml/2006/main">
  <p:tag name="ADV_COPYRIGHT" val="TRUE"/>
</p:tagLst>
</file>

<file path=ppt/tags/tag4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3.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4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5.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4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7.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4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9.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5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1.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5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3.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5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5.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5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7.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5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9.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6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1.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6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3.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6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5.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6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7.xml><?xml version="1.0" encoding="utf-8"?>
<p:tagLst xmlns:a="http://schemas.openxmlformats.org/drawingml/2006/main" xmlns:r="http://schemas.openxmlformats.org/officeDocument/2006/relationships" xmlns:p="http://schemas.openxmlformats.org/presentationml/2006/main">
  <p:tag name="ADV_COPYRIGHT" val="TRUE"/>
</p:tagLst>
</file>

<file path=ppt/tags/tag6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9.xml><?xml version="1.0" encoding="utf-8"?>
<p:tagLst xmlns:a="http://schemas.openxmlformats.org/drawingml/2006/main" xmlns:r="http://schemas.openxmlformats.org/officeDocument/2006/relationships" xmlns:p="http://schemas.openxmlformats.org/presentationml/2006/main">
  <p:tag name="ADV_COPYRIGHT" val="TRUE"/>
</p:tagLst>
</file>

<file path=ppt/tags/tag7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1.xml><?xml version="1.0" encoding="utf-8"?>
<p:tagLst xmlns:a="http://schemas.openxmlformats.org/drawingml/2006/main" xmlns:r="http://schemas.openxmlformats.org/officeDocument/2006/relationships" xmlns:p="http://schemas.openxmlformats.org/presentationml/2006/main">
  <p:tag name="ADV_COPYRIGHT" val="TRUE"/>
</p:tagLst>
</file>

<file path=ppt/tags/tag7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3.xml><?xml version="1.0" encoding="utf-8"?>
<p:tagLst xmlns:a="http://schemas.openxmlformats.org/drawingml/2006/main" xmlns:r="http://schemas.openxmlformats.org/officeDocument/2006/relationships" xmlns:p="http://schemas.openxmlformats.org/presentationml/2006/main">
  <p:tag name="ADV_COPYRIGHT" val="TRUE"/>
</p:tagLst>
</file>

<file path=ppt/tags/tag7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9.xml><?xml version="1.0" encoding="utf-8"?>
<p:tagLst xmlns:a="http://schemas.openxmlformats.org/drawingml/2006/main" xmlns:r="http://schemas.openxmlformats.org/officeDocument/2006/relationships" xmlns:p="http://schemas.openxmlformats.org/presentationml/2006/main">
  <p:tag name="ADV_COPYRIGHT" val="TRUE"/>
</p:tagLst>
</file>

<file path=ppt/tags/tag8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1.xml><?xml version="1.0" encoding="utf-8"?>
<p:tagLst xmlns:a="http://schemas.openxmlformats.org/drawingml/2006/main" xmlns:r="http://schemas.openxmlformats.org/officeDocument/2006/relationships" xmlns:p="http://schemas.openxmlformats.org/presentationml/2006/main">
  <p:tag name="ADV_COPYRIGHT" val="TRUE"/>
</p:tagLst>
</file>

<file path=ppt/tags/tag8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3.xml><?xml version="1.0" encoding="utf-8"?>
<p:tagLst xmlns:a="http://schemas.openxmlformats.org/drawingml/2006/main" xmlns:r="http://schemas.openxmlformats.org/officeDocument/2006/relationships" xmlns:p="http://schemas.openxmlformats.org/presentationml/2006/main">
  <p:tag name="ADV_COPYRIGHT" val="TRUE"/>
</p:tagLst>
</file>

<file path=ppt/tags/tag8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5.xml><?xml version="1.0" encoding="utf-8"?>
<p:tagLst xmlns:a="http://schemas.openxmlformats.org/drawingml/2006/main" xmlns:r="http://schemas.openxmlformats.org/officeDocument/2006/relationships" xmlns:p="http://schemas.openxmlformats.org/presentationml/2006/main">
  <p:tag name="ADV_COPYRIGHT" val="TRUE"/>
</p:tagLst>
</file>

<file path=ppt/tags/tag8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7.xml><?xml version="1.0" encoding="utf-8"?>
<p:tagLst xmlns:a="http://schemas.openxmlformats.org/drawingml/2006/main" xmlns:r="http://schemas.openxmlformats.org/officeDocument/2006/relationships" xmlns:p="http://schemas.openxmlformats.org/presentationml/2006/main">
  <p:tag name="ADV_COPYRIGHT" val="TRUE"/>
</p:tagLst>
</file>

<file path=ppt/tags/tag8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9.xml><?xml version="1.0" encoding="utf-8"?>
<p:tagLst xmlns:a="http://schemas.openxmlformats.org/drawingml/2006/main" xmlns:r="http://schemas.openxmlformats.org/officeDocument/2006/relationships" xmlns:p="http://schemas.openxmlformats.org/presentationml/2006/main">
  <p:tag name="ADV_COPYRIGHT" val="TRUE"/>
</p:tagLst>
</file>

<file path=ppt/tags/tag9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1.xml><?xml version="1.0" encoding="utf-8"?>
<p:tagLst xmlns:a="http://schemas.openxmlformats.org/drawingml/2006/main" xmlns:r="http://schemas.openxmlformats.org/officeDocument/2006/relationships" xmlns:p="http://schemas.openxmlformats.org/presentationml/2006/main">
  <p:tag name="ADV_COPYRIGHT" val="TRUE"/>
</p:tagLst>
</file>

<file path=ppt/theme/theme1.xml><?xml version="1.0" encoding="utf-8"?>
<a:theme xmlns:a="http://schemas.openxmlformats.org/drawingml/2006/main" name="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Pacific Blue">
      <a:srgbClr val="00B8F5"/>
    </a:custClr>
    <a:custClr name="Cobalt Blue">
      <a:srgbClr val="1E49E2"/>
    </a:custClr>
    <a:custClr name="Blue">
      <a:srgbClr val="76D2FF"/>
    </a:custClr>
    <a:custClr name="Purple">
      <a:srgbClr val="7213EA"/>
    </a:custClr>
    <a:custClr name="Light Purple">
      <a:srgbClr val="B497FF"/>
    </a:custClr>
    <a:custClr name="Dark Green">
      <a:srgbClr val="098E7E"/>
    </a:custClr>
    <a:custClr name="Green">
      <a:srgbClr val="00C0AE"/>
    </a:custClr>
    <a:custClr name="Dark Pink">
      <a:srgbClr val="AB0D82"/>
    </a:custClr>
    <a:custClr name="Pink">
      <a:srgbClr val="FD349C"/>
    </a:custClr>
    <a:custClr name="Light Pink">
      <a:srgbClr val="FFA3DA"/>
    </a:custClr>
    <a:custClr name="Grey 2">
      <a:srgbClr val="666666"/>
    </a:custClr>
    <a:custClr name="Dark Purple">
      <a:srgbClr val="510DBC"/>
    </a:custClr>
  </a:custClrLst>
  <a:extLst>
    <a:ext uri="{05A4C25C-085E-4340-85A3-A5531E510DB2}">
      <thm15:themeFamily xmlns:thm15="http://schemas.microsoft.com/office/thememl/2012/main" name="KPMG Widescreen Standard Template.potx" id="{02BCC08B-6D57-4BFF-84D3-9D2F62ED21BD}" vid="{D2576FC9-12C1-4252-8648-055A072AD106}"/>
    </a:ext>
  </a:extLst>
</a:theme>
</file>

<file path=ppt/theme/theme2.xml><?xml version="1.0" encoding="utf-8"?>
<a:theme xmlns:a="http://schemas.openxmlformats.org/drawingml/2006/main" name="1_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Pacific Blue">
      <a:srgbClr val="00B8F5"/>
    </a:custClr>
    <a:custClr name="Cobalt Blue">
      <a:srgbClr val="1E49E2"/>
    </a:custClr>
    <a:custClr name="Blue">
      <a:srgbClr val="76D2FF"/>
    </a:custClr>
    <a:custClr name="Purple">
      <a:srgbClr val="7213EA"/>
    </a:custClr>
    <a:custClr name="Light Purple">
      <a:srgbClr val="B497FF"/>
    </a:custClr>
    <a:custClr name="Dark Green">
      <a:srgbClr val="098E7E"/>
    </a:custClr>
    <a:custClr name="Green">
      <a:srgbClr val="00C0AE"/>
    </a:custClr>
    <a:custClr name="Dark Pink">
      <a:srgbClr val="AB0D82"/>
    </a:custClr>
    <a:custClr name="Pink">
      <a:srgbClr val="FD349C"/>
    </a:custClr>
    <a:custClr name="Light Pink">
      <a:srgbClr val="FFA3DA"/>
    </a:custClr>
    <a:custClr name="Grey 2">
      <a:srgbClr val="666666"/>
    </a:custClr>
    <a:custClr name="Dark Purple">
      <a:srgbClr val="510DBC"/>
    </a:custClr>
  </a:custClrLst>
  <a:extLst>
    <a:ext uri="{05A4C25C-085E-4340-85A3-A5531E510DB2}">
      <thm15:themeFamily xmlns:thm15="http://schemas.microsoft.com/office/thememl/2012/main" name="KPMG Widescreen Standard Template.potx" id="{02BCC08B-6D57-4BFF-84D3-9D2F62ED21BD}" vid="{D2576FC9-12C1-4252-8648-055A072AD10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TemplafySlideFormConfiguration><![CDATA[{"formFields":[],"formDataEntries":[]}]]></TemplafySlideFormConfiguration>
</file>

<file path=customXml/item3.xml><?xml version="1.0" encoding="utf-8"?>
<TemplafySlideTemplateConfiguration><![CDATA[{"slideVersion":1,"isValidatorEnabled":false,"isLocked":false,"elementsMetadata":[],"slideId":"1401015309117947904","enableDocumentContentUpdater":false,"version":"2.0"}]]></TemplafySlideTemplateConfiguration>
</file>

<file path=customXml/item4.xml><?xml version="1.0" encoding="utf-8"?>
<ct:contentTypeSchema xmlns:ct="http://schemas.microsoft.com/office/2006/metadata/contentType" xmlns:ma="http://schemas.microsoft.com/office/2006/metadata/properties/metaAttributes" ct:_="" ma:_="" ma:contentTypeName="Documento" ma:contentTypeID="0x01010090BA8767358BFE4DA0F4F26F17B91998" ma:contentTypeVersion="9" ma:contentTypeDescription="Crear nuevo documento." ma:contentTypeScope="" ma:versionID="889e3c6fb4b4c353915f306f2b130e84">
  <xsd:schema xmlns:xsd="http://www.w3.org/2001/XMLSchema" xmlns:xs="http://www.w3.org/2001/XMLSchema" xmlns:p="http://schemas.microsoft.com/office/2006/metadata/properties" xmlns:ns2="7b200c3e-fa85-4c61-9407-ee89366414f0" targetNamespace="http://schemas.microsoft.com/office/2006/metadata/properties" ma:root="true" ma:fieldsID="0892a4401b43457541814ba3d9c7de9f" ns2:_="">
    <xsd:import namespace="7b200c3e-fa85-4c61-9407-ee89366414f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200c3e-fa85-4c61-9407-ee89366414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9FDE4A8-0000-4320-A2C8-646E73A7B034}">
  <ds:schemaRefs>
    <ds:schemaRef ds:uri="http://schemas.microsoft.com/sharepoint/v3/contenttype/forms"/>
  </ds:schemaRefs>
</ds:datastoreItem>
</file>

<file path=customXml/itemProps2.xml><?xml version="1.0" encoding="utf-8"?>
<ds:datastoreItem xmlns:ds="http://schemas.openxmlformats.org/officeDocument/2006/customXml" ds:itemID="{053E721F-309B-4068-9BD3-1BC6FE64E465}">
  <ds:schemaRefs/>
</ds:datastoreItem>
</file>

<file path=customXml/itemProps3.xml><?xml version="1.0" encoding="utf-8"?>
<ds:datastoreItem xmlns:ds="http://schemas.openxmlformats.org/officeDocument/2006/customXml" ds:itemID="{CEA207FD-B9CF-46D2-A528-26A1879A2096}">
  <ds:schemaRefs/>
</ds:datastoreItem>
</file>

<file path=customXml/itemProps4.xml><?xml version="1.0" encoding="utf-8"?>
<ds:datastoreItem xmlns:ds="http://schemas.openxmlformats.org/officeDocument/2006/customXml" ds:itemID="{237A8F47-5CDB-41CE-B4B2-26B013F3BE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200c3e-fa85-4c61-9407-ee89366414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3D13FE46-EC07-410F-B649-1ECA90204119}">
  <ds:schemaRefs>
    <ds:schemaRef ds:uri="917486fa-c2de-4f98-930f-f45b4ab09a28"/>
    <ds:schemaRef ds:uri="bbf7607a-7526-47f3-aa0d-e0d2a0b60207"/>
    <ds:schemaRef ds:uri="f2213cb7-048b-49ad-8055-a80f46f8be60"/>
    <ds:schemaRef ds:uri="fb207ae4-d5f9-49ab-bbfe-ed46e082263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0b3ab16f-2b80-4aea-bde8-77b48c8d3723}" enabled="1" method="Privileged" siteId="{0483ae51-a627-466e-a7dd-de2ac7e1238e}" removed="0"/>
  <clbl:label id="{3129b2cc-4393-4691-814d-95eb8359c06c}" enabled="1" method="Standard" siteId="{deff24bb-2089-4400-8c8e-f71e680378b2}" contentBits="0" removed="0"/>
</clbl:labelList>
</file>

<file path=docProps/app.xml><?xml version="1.0" encoding="utf-8"?>
<Properties xmlns="http://schemas.openxmlformats.org/officeDocument/2006/extended-properties" xmlns:vt="http://schemas.openxmlformats.org/officeDocument/2006/docPropsVTypes">
  <Template>KPMG Widescreen Standard Template</Template>
  <TotalTime>0</TotalTime>
  <Words>2502</Words>
  <Application>Microsoft Office PowerPoint</Application>
  <PresentationFormat>Widescreen</PresentationFormat>
  <Paragraphs>132</Paragraphs>
  <Slides>14</Slides>
  <Notes>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14</vt:i4>
      </vt:variant>
    </vt:vector>
  </HeadingPairs>
  <TitlesOfParts>
    <vt:vector size="18" baseType="lpstr">
      <vt:lpstr>Arial</vt:lpstr>
      <vt:lpstr>KPMG Bold</vt:lpstr>
      <vt:lpstr>KPMG Widescreen [16:9] Feb 2022</vt:lpstr>
      <vt:lpstr>1_KPMG Widescreen [16:9] Feb 2022</vt:lpstr>
      <vt:lpstr>KPMG AI      Excellence               Awards</vt:lpstr>
      <vt:lpstr>Contenido</vt:lpstr>
      <vt:lpstr>Introducción a la categoría</vt:lpstr>
      <vt:lpstr>Resumen ejecutivo de la candidatura</vt:lpstr>
      <vt:lpstr>Requisitos mínimos de elegibilidad de la candidatura</vt:lpstr>
      <vt:lpstr>Descripción de la iniciativa</vt:lpstr>
      <vt:lpstr>Relevancia de mercado</vt:lpstr>
      <vt:lpstr>Propuesta de valor</vt:lpstr>
      <vt:lpstr>Viabilidad comercial</vt:lpstr>
      <vt:lpstr>Madurez del offering </vt:lpstr>
      <vt:lpstr>Contribución estratégica para KPMG</vt:lpstr>
      <vt:lpstr>Anexos y evidencias adicionales</vt:lpstr>
      <vt:lpstr>Anexos y evidencias adicionales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Supplemental  Slides</dc:title>
  <dc:creator>Poole, Mike</dc:creator>
  <cp:lastModifiedBy>Vivas Roca De Togores, Eduardo</cp:lastModifiedBy>
  <cp:revision>3</cp:revision>
  <dcterms:created xsi:type="dcterms:W3CDTF">2022-08-25T09:06:52Z</dcterms:created>
  <dcterms:modified xsi:type="dcterms:W3CDTF">2026-09-17T08:28:21Z</dcterms:modified>
  <cp:category>KPMG Public</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lassificationContentMarkingFooterLocations">
    <vt:lpwstr>KPMG Widescreen [16\:9] Feb 2022:6\1_KPMG Widescreen [16\:9] Feb 2022:5</vt:lpwstr>
  </property>
  <property fmtid="{D5CDD505-2E9C-101B-9397-08002B2CF9AE}" pid="4" name="ClassificationContentMarkingFooterText">
    <vt:lpwstr>Sensitivity: Public</vt:lpwstr>
  </property>
  <property fmtid="{D5CDD505-2E9C-101B-9397-08002B2CF9AE}" pid="5" name="ContentTypeId">
    <vt:lpwstr>0x01010090BA8767358BFE4DA0F4F26F17B91998</vt:lpwstr>
  </property>
</Properties>
</file>